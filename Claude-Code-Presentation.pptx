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4"/>
  </p:sldMasterIdLst>
  <p:notesMasterIdLst>
    <p:notesMasterId r:id="rId13"/>
  </p:notesMasterIdLst>
  <p:handoutMasterIdLst>
    <p:handoutMasterId r:id="rId14"/>
  </p:handoutMasterIdLst>
  <p:sldIdLst>
    <p:sldId id="343" r:id="rId5"/>
    <p:sldId id="344" r:id="rId6"/>
    <p:sldId id="351" r:id="rId20"/>
    <p:sldId id="352" r:id="rId21"/>
    <p:sldId id="353" r:id="rId22"/>
    <p:sldId id="354" r:id="rId23"/>
    <p:sldId id="355" r:id="rId24"/>
    <p:sldId id="356" r:id="rId25"/>
    <p:sldId id="357" r:id="rId26"/>
    <p:sldId id="358" r:id="rId27"/>
    <p:sldId id="359" r:id="rId28"/>
    <p:sldId id="360" r:id="rId29"/>
    <p:sldId id="361" r:id="rId30"/>
    <p:sldId id="362" r:id="rId31"/>
    <p:sldId id="363" r:id="rId32"/>
    <p:sldId id="364" r:id="rId33"/>
    <p:sldId id="365" r:id="rId34"/>
    <p:sldId id="366" r:id="rId35"/>
    <p:sldId id="367" r:id="rId36"/>
    <p:sldId id="368" r:id="rId37"/>
    <p:sldId id="369" r:id="rId38"/>
    <p:sldId id="370" r:id="rId39"/>
    <p:sldId id="371" r:id="rId40"/>
    <p:sldId id="372" r:id="rId41"/>
    <p:sldId id="373" r:id="rId42"/>
    <p:sldId id="374" r:id="rId43"/>
    <p:sldId id="375" r:id="rId44"/>
    <p:sldId id="376" r:id="rId45"/>
    <p:sldId id="377" r:id="rId46"/>
    <p:sldId id="378" r:id="rId47"/>
    <p:sldId id="379" r:id="rId48"/>
    <p:sldId id="380" r:id="rId49"/>
    <p:sldId id="381" r:id="rId50"/>
    <p:sldId id="382" r:id="rId51"/>
    <p:sldId id="383" r:id="rId52"/>
    <p:sldId id="384" r:id="rId53"/>
    <p:sldId id="385" r:id="rId54"/>
    <p:sldId id="386" r:id="rId55"/>
    <p:sldId id="387" r:id="rId56"/>
    <p:sldId id="388" r:id="rId57"/>
    <p:sldId id="389" r:id="rId58"/>
    <p:sldId id="390" r:id="rId59"/>
    <p:sldId id="391" r:id="rId60"/>
  </p:sldIdLst>
  <p:sldSz cx="12192000" cy="6858000"/>
  <p:notesSz cx="6858000" cy="9144000"/>
  <p:defaultTextStyle>
    <a:defPPr marL="0" marR="0" indent="0" algn="l" defTabSz="4572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900" b="0" i="0" u="none" strike="noStrike" cap="none" spc="0" normalizeH="0" baseline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412750" rtl="0" fontAlgn="auto" latinLnBrk="0" hangingPunct="0">
      <a:lnSpc>
        <a:spcPct val="100000"/>
      </a:lnSpc>
      <a:spcBef>
        <a:spcPts val="295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FFFFFF"/>
        </a:solidFill>
        <a:effectLst/>
        <a:uFillTx/>
        <a:latin typeface="Helvetica Neue"/>
        <a:ea typeface="Helvetica Neue"/>
        <a:cs typeface="Helvetica Neue"/>
        <a:sym typeface="Helvetica Neue"/>
      </a:defRPr>
    </a:lvl1pPr>
    <a:lvl2pPr marL="0" marR="0" indent="0" algn="l" defTabSz="412750" rtl="0" fontAlgn="auto" latinLnBrk="0" hangingPunct="0">
      <a:lnSpc>
        <a:spcPct val="100000"/>
      </a:lnSpc>
      <a:spcBef>
        <a:spcPts val="295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FFFFFF"/>
        </a:solidFill>
        <a:effectLst/>
        <a:uFillTx/>
        <a:latin typeface="Helvetica Neue"/>
        <a:ea typeface="Helvetica Neue"/>
        <a:cs typeface="Helvetica Neue"/>
        <a:sym typeface="Helvetica Neue"/>
      </a:defRPr>
    </a:lvl2pPr>
    <a:lvl3pPr marL="0" marR="0" indent="0" algn="l" defTabSz="412750" rtl="0" fontAlgn="auto" latinLnBrk="0" hangingPunct="0">
      <a:lnSpc>
        <a:spcPct val="100000"/>
      </a:lnSpc>
      <a:spcBef>
        <a:spcPts val="295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FFFFFF"/>
        </a:solidFill>
        <a:effectLst/>
        <a:uFillTx/>
        <a:latin typeface="Helvetica Neue"/>
        <a:ea typeface="Helvetica Neue"/>
        <a:cs typeface="Helvetica Neue"/>
        <a:sym typeface="Helvetica Neue"/>
      </a:defRPr>
    </a:lvl3pPr>
    <a:lvl4pPr marL="0" marR="0" indent="0" algn="l" defTabSz="412750" rtl="0" fontAlgn="auto" latinLnBrk="0" hangingPunct="0">
      <a:lnSpc>
        <a:spcPct val="100000"/>
      </a:lnSpc>
      <a:spcBef>
        <a:spcPts val="295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FFFFFF"/>
        </a:solidFill>
        <a:effectLst/>
        <a:uFillTx/>
        <a:latin typeface="Helvetica Neue"/>
        <a:ea typeface="Helvetica Neue"/>
        <a:cs typeface="Helvetica Neue"/>
        <a:sym typeface="Helvetica Neue"/>
      </a:defRPr>
    </a:lvl4pPr>
    <a:lvl5pPr marL="0" marR="0" indent="0" algn="l" defTabSz="412750" rtl="0" fontAlgn="auto" latinLnBrk="0" hangingPunct="0">
      <a:lnSpc>
        <a:spcPct val="100000"/>
      </a:lnSpc>
      <a:spcBef>
        <a:spcPts val="295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FFFFFF"/>
        </a:solidFill>
        <a:effectLst/>
        <a:uFillTx/>
        <a:latin typeface="Helvetica Neue"/>
        <a:ea typeface="Helvetica Neue"/>
        <a:cs typeface="Helvetica Neue"/>
        <a:sym typeface="Helvetica Neue"/>
      </a:defRPr>
    </a:lvl5pPr>
    <a:lvl6pPr marL="0" marR="0" indent="0" algn="l" defTabSz="412750" rtl="0" fontAlgn="auto" latinLnBrk="0" hangingPunct="0">
      <a:lnSpc>
        <a:spcPct val="100000"/>
      </a:lnSpc>
      <a:spcBef>
        <a:spcPts val="295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FFFFFF"/>
        </a:solidFill>
        <a:effectLst/>
        <a:uFillTx/>
        <a:latin typeface="Helvetica Neue"/>
        <a:ea typeface="Helvetica Neue"/>
        <a:cs typeface="Helvetica Neue"/>
        <a:sym typeface="Helvetica Neue"/>
      </a:defRPr>
    </a:lvl6pPr>
    <a:lvl7pPr marL="0" marR="0" indent="0" algn="l" defTabSz="412750" rtl="0" fontAlgn="auto" latinLnBrk="0" hangingPunct="0">
      <a:lnSpc>
        <a:spcPct val="100000"/>
      </a:lnSpc>
      <a:spcBef>
        <a:spcPts val="295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FFFFFF"/>
        </a:solidFill>
        <a:effectLst/>
        <a:uFillTx/>
        <a:latin typeface="Helvetica Neue"/>
        <a:ea typeface="Helvetica Neue"/>
        <a:cs typeface="Helvetica Neue"/>
        <a:sym typeface="Helvetica Neue"/>
      </a:defRPr>
    </a:lvl7pPr>
    <a:lvl8pPr marL="0" marR="0" indent="0" algn="l" defTabSz="412750" rtl="0" fontAlgn="auto" latinLnBrk="0" hangingPunct="0">
      <a:lnSpc>
        <a:spcPct val="100000"/>
      </a:lnSpc>
      <a:spcBef>
        <a:spcPts val="295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FFFFFF"/>
        </a:solidFill>
        <a:effectLst/>
        <a:uFillTx/>
        <a:latin typeface="Helvetica Neue"/>
        <a:ea typeface="Helvetica Neue"/>
        <a:cs typeface="Helvetica Neue"/>
        <a:sym typeface="Helvetica Neue"/>
      </a:defRPr>
    </a:lvl8pPr>
    <a:lvl9pPr marL="0" marR="0" indent="0" algn="l" defTabSz="412750" rtl="0" fontAlgn="auto" latinLnBrk="0" hangingPunct="0">
      <a:lnSpc>
        <a:spcPct val="100000"/>
      </a:lnSpc>
      <a:spcBef>
        <a:spcPts val="295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FFFFFF"/>
        </a:solidFill>
        <a:effectLst/>
        <a:uFillTx/>
        <a:latin typeface="Helvetica Neue"/>
        <a:ea typeface="Helvetica Neue"/>
        <a:cs typeface="Helvetica Neue"/>
        <a:sym typeface="Helvetica Neue"/>
      </a:defRPr>
    </a:lvl9pPr>
  </p:defaultTextStyle>
  <p:extLst>
    <p:ext uri="{EFAFB233-063F-42B5-8137-9DF3F51BA10A}">
      <p15:sldGuideLst xmlns:p15="http://schemas.microsoft.com/office/powerpoint/2012/main">
        <p15:guide id="1" orient="horz" pos="240" userDrawn="1">
          <p15:clr>
            <a:srgbClr val="A4A3A4"/>
          </p15:clr>
        </p15:guide>
        <p15:guide id="2" pos="3840" userDrawn="1">
          <p15:clr>
            <a:srgbClr val="A4A3A4"/>
          </p15:clr>
        </p15:guide>
        <p15:guide id="3" pos="240" userDrawn="1">
          <p15:clr>
            <a:srgbClr val="A4A3A4"/>
          </p15:clr>
        </p15:guide>
        <p15:guide id="4" orient="horz" pos="2260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Micha Breakstone" initials="MB" lastIdx="4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1F5B"/>
    <a:srgbClr val="001133"/>
    <a:srgbClr val="000308"/>
    <a:srgbClr val="001A4D"/>
    <a:srgbClr val="00205F"/>
    <a:srgbClr val="16E7C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940675A-B579-460E-94D1-54222C63F5DA}">
  <a:tblStyle styleId="{4C3C2611-4C71-4FC5-86AE-919BDF0F9419}" styleName="">
    <a:tblBg/>
    <a:wholeTbl>
      <a:tcTxStyle b="off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solidFill>
                <a:srgbClr val="D6D7D6"/>
              </a:solidFill>
              <a:prstDash val="solid"/>
              <a:miter lim="400000"/>
            </a:ln>
          </a:left>
          <a:right>
            <a:ln w="12700" cap="flat">
              <a:solidFill>
                <a:srgbClr val="D6D7D6"/>
              </a:solidFill>
              <a:prstDash val="solid"/>
              <a:miter lim="400000"/>
            </a:ln>
          </a:right>
          <a:top>
            <a:ln w="12700" cap="flat">
              <a:solidFill>
                <a:srgbClr val="D6D7D6"/>
              </a:solidFill>
              <a:prstDash val="solid"/>
              <a:miter lim="400000"/>
            </a:ln>
          </a:top>
          <a:bottom>
            <a:ln w="12700" cap="flat">
              <a:solidFill>
                <a:srgbClr val="D6D7D6"/>
              </a:solidFill>
              <a:prstDash val="solid"/>
              <a:miter lim="400000"/>
            </a:ln>
          </a:bottom>
          <a:insideH>
            <a:ln w="12700" cap="flat">
              <a:solidFill>
                <a:srgbClr val="D6D7D6"/>
              </a:solidFill>
              <a:prstDash val="solid"/>
              <a:miter lim="400000"/>
            </a:ln>
          </a:insideH>
          <a:insideV>
            <a:ln w="12700" cap="flat">
              <a:solidFill>
                <a:srgbClr val="D6D7D6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747676">
              <a:alpha val="63790"/>
            </a:srgbClr>
          </a:solidFill>
        </a:fill>
      </a:tcStyle>
    </a:band2H>
    <a:firstCol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solidFill>
                <a:srgbClr val="D6D6D6"/>
              </a:solidFill>
              <a:prstDash val="solid"/>
              <a:miter lim="400000"/>
            </a:ln>
          </a:left>
          <a:right>
            <a:ln w="25400" cap="flat">
              <a:solidFill>
                <a:srgbClr val="D6D7D6"/>
              </a:solidFill>
              <a:prstDash val="solid"/>
              <a:miter lim="400000"/>
            </a:ln>
          </a:right>
          <a:top>
            <a:ln w="12700" cap="flat">
              <a:solidFill>
                <a:srgbClr val="D6D7D6"/>
              </a:solidFill>
              <a:prstDash val="solid"/>
              <a:miter lim="400000"/>
            </a:ln>
          </a:top>
          <a:bottom>
            <a:ln w="12700" cap="flat">
              <a:solidFill>
                <a:srgbClr val="D6D7D6"/>
              </a:solidFill>
              <a:prstDash val="solid"/>
              <a:miter lim="400000"/>
            </a:ln>
          </a:bottom>
          <a:insideH>
            <a:ln w="12700" cap="flat">
              <a:solidFill>
                <a:srgbClr val="D6D7D6"/>
              </a:solidFill>
              <a:prstDash val="solid"/>
              <a:miter lim="400000"/>
            </a:ln>
          </a:insideH>
          <a:insideV>
            <a:ln w="12700" cap="flat">
              <a:solidFill>
                <a:srgbClr val="D6D7D6"/>
              </a:solidFill>
              <a:prstDash val="solid"/>
              <a:miter lim="400000"/>
            </a:ln>
          </a:insideV>
        </a:tcBdr>
        <a:fill>
          <a:solidFill>
            <a:schemeClr val="accent1"/>
          </a:solidFill>
        </a:fill>
      </a:tcStyle>
    </a:firstCol>
    <a:lastRow>
      <a:tcTxStyle b="off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solidFill>
                <a:srgbClr val="D6D7D6"/>
              </a:solidFill>
              <a:prstDash val="solid"/>
              <a:miter lim="400000"/>
            </a:ln>
          </a:left>
          <a:right>
            <a:ln w="12700" cap="flat">
              <a:solidFill>
                <a:srgbClr val="D6D7D6"/>
              </a:solidFill>
              <a:prstDash val="solid"/>
              <a:miter lim="400000"/>
            </a:ln>
          </a:right>
          <a:top>
            <a:ln w="25400" cap="flat">
              <a:solidFill>
                <a:srgbClr val="D6D7D6"/>
              </a:solidFill>
              <a:prstDash val="solid"/>
              <a:miter lim="400000"/>
            </a:ln>
          </a:top>
          <a:bottom>
            <a:ln w="12700" cap="flat">
              <a:solidFill>
                <a:srgbClr val="D6D6D6"/>
              </a:solidFill>
              <a:prstDash val="solid"/>
              <a:miter lim="400000"/>
            </a:ln>
          </a:bottom>
          <a:insideH>
            <a:ln w="12700" cap="flat">
              <a:solidFill>
                <a:srgbClr val="D6D7D6"/>
              </a:solidFill>
              <a:prstDash val="solid"/>
              <a:miter lim="400000"/>
            </a:ln>
          </a:insideH>
          <a:insideV>
            <a:ln w="12700" cap="flat">
              <a:solidFill>
                <a:srgbClr val="D6D7D6"/>
              </a:solidFill>
              <a:prstDash val="solid"/>
              <a:miter lim="400000"/>
            </a:ln>
          </a:insideV>
        </a:tcBdr>
        <a:fill>
          <a:solidFill>
            <a:srgbClr val="032650"/>
          </a:solidFill>
        </a:fill>
      </a:tcStyle>
    </a:lastRow>
    <a:firstRow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solidFill>
                <a:srgbClr val="D6D7D6"/>
              </a:solidFill>
              <a:prstDash val="solid"/>
              <a:miter lim="400000"/>
            </a:ln>
          </a:left>
          <a:right>
            <a:ln w="12700" cap="flat">
              <a:solidFill>
                <a:srgbClr val="D6D7D6"/>
              </a:solidFill>
              <a:prstDash val="solid"/>
              <a:miter lim="400000"/>
            </a:ln>
          </a:right>
          <a:top>
            <a:ln w="12700" cap="flat">
              <a:solidFill>
                <a:srgbClr val="D6D6D6"/>
              </a:solidFill>
              <a:prstDash val="solid"/>
              <a:miter lim="400000"/>
            </a:ln>
          </a:top>
          <a:bottom>
            <a:ln w="25400" cap="flat">
              <a:solidFill>
                <a:srgbClr val="D6D7D6"/>
              </a:solidFill>
              <a:prstDash val="solid"/>
              <a:miter lim="400000"/>
            </a:ln>
          </a:bottom>
          <a:insideH>
            <a:ln w="12700" cap="flat">
              <a:solidFill>
                <a:srgbClr val="D6D7D6"/>
              </a:solidFill>
              <a:prstDash val="solid"/>
              <a:miter lim="400000"/>
            </a:ln>
          </a:insideH>
          <a:insideV>
            <a:ln w="12700" cap="flat">
              <a:solidFill>
                <a:srgbClr val="D6D7D6"/>
              </a:solidFill>
              <a:prstDash val="solid"/>
              <a:miter lim="400000"/>
            </a:ln>
          </a:insideV>
        </a:tcBdr>
        <a:fill>
          <a:solidFill>
            <a:srgbClr val="032650"/>
          </a:solidFill>
        </a:fill>
      </a:tcStyle>
    </a:firstRow>
  </a:tblStyle>
  <a:tblStyle styleId="{C7B018BB-80A7-4F77-B60F-C8B233D01FF8}" styleName="">
    <a:tblBg/>
    <a:wholeTbl>
      <a:tcTxStyle b="off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solidFill>
                <a:srgbClr val="929292"/>
              </a:solidFill>
              <a:prstDash val="solid"/>
              <a:miter lim="400000"/>
            </a:ln>
          </a:left>
          <a:right>
            <a:ln w="12700" cap="flat">
              <a:solidFill>
                <a:srgbClr val="929292"/>
              </a:solidFill>
              <a:prstDash val="solid"/>
              <a:miter lim="400000"/>
            </a:ln>
          </a:right>
          <a:top>
            <a:ln w="12700" cap="flat">
              <a:solidFill>
                <a:srgbClr val="929292"/>
              </a:solidFill>
              <a:prstDash val="solid"/>
              <a:miter lim="400000"/>
            </a:ln>
          </a:top>
          <a:bottom>
            <a:ln w="12700" cap="flat">
              <a:solidFill>
                <a:srgbClr val="929292"/>
              </a:solidFill>
              <a:prstDash val="solid"/>
              <a:miter lim="400000"/>
            </a:ln>
          </a:bottom>
          <a:insideH>
            <a:ln w="12700" cap="flat">
              <a:solidFill>
                <a:srgbClr val="929292"/>
              </a:solidFill>
              <a:prstDash val="solid"/>
              <a:miter lim="400000"/>
            </a:ln>
          </a:insideH>
          <a:insideV>
            <a:ln w="12700" cap="flat">
              <a:solidFill>
                <a:srgbClr val="929292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747676">
              <a:alpha val="63790"/>
            </a:srgbClr>
          </a:solidFill>
        </a:fill>
      </a:tcStyle>
    </a:band2H>
    <a:firstCol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084E00"/>
          </a:solidFill>
        </a:fill>
      </a:tcStyle>
    </a:firstCol>
    <a:lastRow>
      <a:tcTxStyle b="off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017101"/>
          </a:solidFill>
        </a:fill>
      </a:tcStyle>
    </a:lastRow>
    <a:firstRow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017101"/>
          </a:solidFill>
        </a:fill>
      </a:tcStyle>
    </a:firstRow>
  </a:tblStyle>
  <a:tblStyle styleId="{EEE7283C-3CF3-47DC-8721-378D4A62B228}" styleName="">
    <a:tblBg/>
    <a:wholeTbl>
      <a:tcTxStyle b="off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solidFill>
                <a:srgbClr val="AAAAAA"/>
              </a:solidFill>
              <a:prstDash val="solid"/>
              <a:miter lim="400000"/>
            </a:ln>
          </a:left>
          <a:right>
            <a:ln w="12700" cap="flat">
              <a:solidFill>
                <a:srgbClr val="AAAAAA"/>
              </a:solidFill>
              <a:prstDash val="solid"/>
              <a:miter lim="400000"/>
            </a:ln>
          </a:right>
          <a:top>
            <a:ln w="12700" cap="flat">
              <a:solidFill>
                <a:srgbClr val="AAAAAA"/>
              </a:solidFill>
              <a:prstDash val="solid"/>
              <a:miter lim="400000"/>
            </a:ln>
          </a:top>
          <a:bottom>
            <a:ln w="12700" cap="flat">
              <a:solidFill>
                <a:srgbClr val="AAAAAA"/>
              </a:solidFill>
              <a:prstDash val="solid"/>
              <a:miter lim="400000"/>
            </a:ln>
          </a:bottom>
          <a:insideH>
            <a:ln w="12700" cap="flat">
              <a:solidFill>
                <a:srgbClr val="AAAAAA"/>
              </a:solidFill>
              <a:prstDash val="solid"/>
              <a:miter lim="400000"/>
            </a:ln>
          </a:insideH>
          <a:insideV>
            <a:ln w="12700" cap="flat">
              <a:solidFill>
                <a:srgbClr val="AAAAAA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747676">
              <a:alpha val="63790"/>
            </a:srgbClr>
          </a:solidFill>
        </a:fill>
      </a:tcStyle>
    </a:band2H>
    <a:firstCol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5"/>
          </a:solidFill>
        </a:fill>
      </a:tcStyle>
    </a:firstCol>
    <a:lastRow>
      <a:tcTxStyle b="off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5">
              <a:hueOff val="106375"/>
              <a:satOff val="9554"/>
              <a:lumOff val="-13516"/>
            </a:schemeClr>
          </a:solidFill>
        </a:fill>
      </a:tcStyle>
    </a:lastRow>
    <a:firstRow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5">
              <a:hueOff val="106375"/>
              <a:satOff val="9554"/>
              <a:lumOff val="-13516"/>
            </a:schemeClr>
          </a:solidFill>
        </a:fill>
      </a:tcStyle>
    </a:firstRow>
  </a:tblStyle>
  <a:tblStyle styleId="{CF821DB8-F4EB-4A41-A1BA-3FCAFE7338EE}" styleName="">
    <a:tblBg/>
    <a:wholeTbl>
      <a:tcTxStyle b="off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solidFill>
                <a:srgbClr val="D6D7D6"/>
              </a:solidFill>
              <a:prstDash val="solid"/>
              <a:miter lim="400000"/>
            </a:ln>
          </a:left>
          <a:right>
            <a:ln w="12700" cap="flat">
              <a:solidFill>
                <a:srgbClr val="D6D7D6"/>
              </a:solidFill>
              <a:prstDash val="solid"/>
              <a:miter lim="400000"/>
            </a:ln>
          </a:right>
          <a:top>
            <a:ln w="12700" cap="flat">
              <a:solidFill>
                <a:srgbClr val="D6D7D6"/>
              </a:solidFill>
              <a:prstDash val="solid"/>
              <a:miter lim="400000"/>
            </a:ln>
          </a:top>
          <a:bottom>
            <a:ln w="12700" cap="flat">
              <a:solidFill>
                <a:srgbClr val="D6D7D6"/>
              </a:solidFill>
              <a:prstDash val="solid"/>
              <a:miter lim="400000"/>
            </a:ln>
          </a:bottom>
          <a:insideH>
            <a:ln w="12700" cap="flat">
              <a:solidFill>
                <a:srgbClr val="D6D7D6"/>
              </a:solidFill>
              <a:prstDash val="solid"/>
              <a:miter lim="400000"/>
            </a:ln>
          </a:insideH>
          <a:insideV>
            <a:ln w="12700" cap="flat">
              <a:solidFill>
                <a:srgbClr val="D6D7D6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747676">
              <a:alpha val="63790"/>
            </a:srgbClr>
          </a:solidFill>
        </a:fill>
      </a:tcStyle>
    </a:band2H>
    <a:firstCol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6">
              <a:hueOff val="-119728"/>
              <a:satOff val="5580"/>
              <a:lumOff val="-12961"/>
            </a:schemeClr>
          </a:solidFill>
        </a:fill>
      </a:tcStyle>
    </a:firstCol>
    <a:lastRow>
      <a:tcTxStyle b="off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650E48"/>
          </a:solidFill>
        </a:fill>
      </a:tcStyle>
    </a:lastRow>
    <a:firstRow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650E48"/>
          </a:solidFill>
        </a:fill>
      </a:tcStyle>
    </a:firstRow>
  </a:tblStyle>
  <a:tblStyle styleId="{33BA23B1-9221-436E-865A-0063620EA4FD}" styleName="">
    <a:tblBg/>
    <a:wholeTbl>
      <a:tcTxStyle b="off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solidFill>
                <a:srgbClr val="909090"/>
              </a:solidFill>
              <a:prstDash val="solid"/>
              <a:miter lim="400000"/>
            </a:ln>
          </a:left>
          <a:right>
            <a:ln w="12700" cap="flat">
              <a:solidFill>
                <a:srgbClr val="909090"/>
              </a:solidFill>
              <a:prstDash val="solid"/>
              <a:miter lim="400000"/>
            </a:ln>
          </a:right>
          <a:top>
            <a:ln w="12700" cap="flat">
              <a:solidFill>
                <a:srgbClr val="909090"/>
              </a:solidFill>
              <a:prstDash val="solid"/>
              <a:miter lim="400000"/>
            </a:ln>
          </a:top>
          <a:bottom>
            <a:ln w="12700" cap="flat">
              <a:solidFill>
                <a:srgbClr val="909090"/>
              </a:solidFill>
              <a:prstDash val="solid"/>
              <a:miter lim="400000"/>
            </a:ln>
          </a:bottom>
          <a:insideH>
            <a:ln w="12700" cap="flat">
              <a:solidFill>
                <a:srgbClr val="909090"/>
              </a:solidFill>
              <a:prstDash val="solid"/>
              <a:miter lim="400000"/>
            </a:ln>
          </a:insideH>
          <a:insideV>
            <a:ln w="12700" cap="flat">
              <a:solidFill>
                <a:srgbClr val="909090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747676">
              <a:alpha val="63790"/>
            </a:srgbClr>
          </a:solidFill>
        </a:fill>
      </a:tcStyle>
    </a:band2H>
    <a:firstCol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798089"/>
          </a:solidFill>
        </a:fill>
      </a:tcStyle>
    </a:firstCol>
    <a:lastRow>
      <a:tcTxStyle b="off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96A0AC"/>
          </a:solidFill>
        </a:fill>
      </a:tcStyle>
    </a:lastRow>
    <a:firstRow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96A0AC"/>
          </a:solidFill>
        </a:fill>
      </a:tcStyle>
    </a:firstRow>
  </a:tblStyle>
  <a:tblStyle styleId="{2708684C-4D16-4618-839F-0558EEFCDFE6}" styleName="">
    <a:tblBg/>
    <a:wholeTbl>
      <a:tcTxStyle b="off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solidFill>
                <a:srgbClr val="929292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929292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solidFill>
                <a:srgbClr val="929292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929292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929292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929292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747676">
              <a:alpha val="63790"/>
            </a:srgbClr>
          </a:solidFill>
        </a:fill>
      </a:tcStyle>
    </a:band2H>
    <a:firstCol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25400" cap="flat">
              <a:solidFill>
                <a:srgbClr val="929292"/>
              </a:solidFill>
              <a:prstDash val="solid"/>
              <a:miter lim="400000"/>
            </a:ln>
          </a:right>
          <a:top>
            <a:ln w="25400" cap="flat">
              <a:solidFill>
                <a:srgbClr val="929292"/>
              </a:solidFill>
              <a:prstDash val="solid"/>
              <a:miter lim="400000"/>
            </a:ln>
          </a:top>
          <a:bottom>
            <a:ln w="25400" cap="flat">
              <a:solidFill>
                <a:srgbClr val="929292"/>
              </a:solidFill>
              <a:prstDash val="solid"/>
              <a:miter lim="400000"/>
            </a:ln>
          </a:bottom>
          <a:insideH>
            <a:ln w="25400" cap="flat">
              <a:solidFill>
                <a:srgbClr val="929292"/>
              </a:solidFill>
              <a:prstDash val="solid"/>
              <a:miter lim="400000"/>
            </a:ln>
          </a:insideH>
          <a:insideV>
            <a:ln w="25400" cap="flat">
              <a:solidFill>
                <a:srgbClr val="929292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ff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25400" cap="flat">
              <a:solidFill>
                <a:srgbClr val="929292"/>
              </a:solidFill>
              <a:prstDash val="solid"/>
              <a:miter lim="400000"/>
            </a:ln>
          </a:left>
          <a:right>
            <a:ln w="25400" cap="flat">
              <a:solidFill>
                <a:srgbClr val="929292"/>
              </a:solidFill>
              <a:prstDash val="solid"/>
              <a:miter lim="400000"/>
            </a:ln>
          </a:right>
          <a:top>
            <a:ln w="25400" cap="flat">
              <a:solidFill>
                <a:srgbClr val="929292"/>
              </a:solidFill>
              <a:prstDash val="solid"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25400" cap="flat">
              <a:solidFill>
                <a:srgbClr val="929292"/>
              </a:solidFill>
              <a:prstDash val="solid"/>
              <a:miter lim="400000"/>
            </a:ln>
          </a:insideH>
          <a:insideV>
            <a:ln w="25400" cap="flat">
              <a:solidFill>
                <a:srgbClr val="929292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25400" cap="flat">
              <a:solidFill>
                <a:srgbClr val="929292"/>
              </a:solidFill>
              <a:prstDash val="solid"/>
              <a:miter lim="400000"/>
            </a:ln>
          </a:left>
          <a:right>
            <a:ln w="25400" cap="flat">
              <a:solidFill>
                <a:srgbClr val="929292"/>
              </a:solidFill>
              <a:prstDash val="solid"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25400" cap="flat">
              <a:solidFill>
                <a:srgbClr val="929292"/>
              </a:solidFill>
              <a:prstDash val="solid"/>
              <a:miter lim="400000"/>
            </a:ln>
          </a:bottom>
          <a:insideH>
            <a:ln w="25400" cap="flat">
              <a:solidFill>
                <a:srgbClr val="929292"/>
              </a:solidFill>
              <a:prstDash val="solid"/>
              <a:miter lim="400000"/>
            </a:ln>
          </a:insideH>
          <a:insideV>
            <a:ln w="25400" cap="flat">
              <a:solidFill>
                <a:srgbClr val="929292"/>
              </a:solidFill>
              <a:prstDash val="solid"/>
              <a:miter lim="400000"/>
            </a:ln>
          </a:insideV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492"/>
    <p:restoredTop sz="94694"/>
  </p:normalViewPr>
  <p:slideViewPr>
    <p:cSldViewPr snapToGrid="0">
      <p:cViewPr varScale="1">
        <p:scale>
          <a:sx n="114" d="100"/>
          <a:sy n="114" d="100"/>
        </p:scale>
        <p:origin x="200" y="328"/>
      </p:cViewPr>
      <p:guideLst>
        <p:guide orient="horz" pos="240"/>
        <p:guide pos="3840"/>
        <p:guide pos="240"/>
        <p:guide orient="horz" pos="22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13" Type="http://schemas.openxmlformats.org/officeDocument/2006/relationships/notesMaster" Target="notesMasters/notesMaster1.xml"/><Relationship Id="rId14" Type="http://schemas.openxmlformats.org/officeDocument/2006/relationships/handoutMaster" Target="handoutMasters/handoutMaster1.xml"/><Relationship Id="rId15" Type="http://schemas.openxmlformats.org/officeDocument/2006/relationships/commentAuthors" Target="commentAuthors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Relationship Id="rId20" Type="http://schemas.openxmlformats.org/officeDocument/2006/relationships/slide" Target="slides/slide3.xml"/><Relationship Id="rId21" Type="http://schemas.openxmlformats.org/officeDocument/2006/relationships/slide" Target="slides/slide4.xml"/><Relationship Id="rId22" Type="http://schemas.openxmlformats.org/officeDocument/2006/relationships/slide" Target="slides/slide5.xml"/><Relationship Id="rId23" Type="http://schemas.openxmlformats.org/officeDocument/2006/relationships/slide" Target="slides/slide6.xml"/><Relationship Id="rId24" Type="http://schemas.openxmlformats.org/officeDocument/2006/relationships/slide" Target="slides/slide7.xml"/><Relationship Id="rId25" Type="http://schemas.openxmlformats.org/officeDocument/2006/relationships/slide" Target="slides/slide8.xml"/><Relationship Id="rId26" Type="http://schemas.openxmlformats.org/officeDocument/2006/relationships/slide" Target="slides/slide9.xml"/><Relationship Id="rId27" Type="http://schemas.openxmlformats.org/officeDocument/2006/relationships/slide" Target="slides/slide10.xml"/><Relationship Id="rId28" Type="http://schemas.openxmlformats.org/officeDocument/2006/relationships/slide" Target="slides/slide11.xml"/><Relationship Id="rId29" Type="http://schemas.openxmlformats.org/officeDocument/2006/relationships/slide" Target="slides/slide12.xml"/><Relationship Id="rId30" Type="http://schemas.openxmlformats.org/officeDocument/2006/relationships/slide" Target="slides/slide13.xml"/><Relationship Id="rId31" Type="http://schemas.openxmlformats.org/officeDocument/2006/relationships/slide" Target="slides/slide14.xml"/><Relationship Id="rId32" Type="http://schemas.openxmlformats.org/officeDocument/2006/relationships/slide" Target="slides/slide15.xml"/><Relationship Id="rId33" Type="http://schemas.openxmlformats.org/officeDocument/2006/relationships/slide" Target="slides/slide16.xml"/><Relationship Id="rId34" Type="http://schemas.openxmlformats.org/officeDocument/2006/relationships/slide" Target="slides/slide17.xml"/><Relationship Id="rId35" Type="http://schemas.openxmlformats.org/officeDocument/2006/relationships/slide" Target="slides/slide18.xml"/><Relationship Id="rId36" Type="http://schemas.openxmlformats.org/officeDocument/2006/relationships/slide" Target="slides/slide19.xml"/><Relationship Id="rId37" Type="http://schemas.openxmlformats.org/officeDocument/2006/relationships/slide" Target="slides/slide20.xml"/><Relationship Id="rId38" Type="http://schemas.openxmlformats.org/officeDocument/2006/relationships/slide" Target="slides/slide21.xml"/><Relationship Id="rId39" Type="http://schemas.openxmlformats.org/officeDocument/2006/relationships/slide" Target="slides/slide22.xml"/><Relationship Id="rId40" Type="http://schemas.openxmlformats.org/officeDocument/2006/relationships/slide" Target="slides/slide23.xml"/><Relationship Id="rId41" Type="http://schemas.openxmlformats.org/officeDocument/2006/relationships/slide" Target="slides/slide24.xml"/><Relationship Id="rId42" Type="http://schemas.openxmlformats.org/officeDocument/2006/relationships/slide" Target="slides/slide25.xml"/><Relationship Id="rId43" Type="http://schemas.openxmlformats.org/officeDocument/2006/relationships/slide" Target="slides/slide26.xml"/><Relationship Id="rId44" Type="http://schemas.openxmlformats.org/officeDocument/2006/relationships/slide" Target="slides/slide27.xml"/><Relationship Id="rId45" Type="http://schemas.openxmlformats.org/officeDocument/2006/relationships/slide" Target="slides/slide28.xml"/><Relationship Id="rId46" Type="http://schemas.openxmlformats.org/officeDocument/2006/relationships/slide" Target="slides/slide29.xml"/><Relationship Id="rId47" Type="http://schemas.openxmlformats.org/officeDocument/2006/relationships/slide" Target="slides/slide30.xml"/><Relationship Id="rId48" Type="http://schemas.openxmlformats.org/officeDocument/2006/relationships/slide" Target="slides/slide31.xml"/><Relationship Id="rId49" Type="http://schemas.openxmlformats.org/officeDocument/2006/relationships/slide" Target="slides/slide32.xml"/><Relationship Id="rId50" Type="http://schemas.openxmlformats.org/officeDocument/2006/relationships/slide" Target="slides/slide33.xml"/><Relationship Id="rId51" Type="http://schemas.openxmlformats.org/officeDocument/2006/relationships/slide" Target="slides/slide34.xml"/><Relationship Id="rId52" Type="http://schemas.openxmlformats.org/officeDocument/2006/relationships/slide" Target="slides/slide35.xml"/><Relationship Id="rId53" Type="http://schemas.openxmlformats.org/officeDocument/2006/relationships/slide" Target="slides/slide36.xml"/><Relationship Id="rId54" Type="http://schemas.openxmlformats.org/officeDocument/2006/relationships/slide" Target="slides/slide37.xml"/><Relationship Id="rId55" Type="http://schemas.openxmlformats.org/officeDocument/2006/relationships/slide" Target="slides/slide38.xml"/><Relationship Id="rId56" Type="http://schemas.openxmlformats.org/officeDocument/2006/relationships/slide" Target="slides/slide39.xml"/><Relationship Id="rId57" Type="http://schemas.openxmlformats.org/officeDocument/2006/relationships/slide" Target="slides/slide40.xml"/><Relationship Id="rId58" Type="http://schemas.openxmlformats.org/officeDocument/2006/relationships/slide" Target="slides/slide41.xml"/><Relationship Id="rId59" Type="http://schemas.openxmlformats.org/officeDocument/2006/relationships/slide" Target="slides/slide42.xml"/><Relationship Id="rId60" Type="http://schemas.openxmlformats.org/officeDocument/2006/relationships/slide" Target="slides/slide43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F38C4DA5-1F50-07BA-61AB-EC375CAA0C62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7C081F7-2215-2CF4-28B4-9CECFC4AAFF1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0602C26-7A89-43ED-8411-2303B4D08797}" type="datetimeFigureOut">
              <a:rPr lang="en-US" smtClean="0"/>
              <a:t>1/14/26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6E85004-CDBA-4130-C170-DD807213727A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ED524A8-90CF-47B3-629C-01F2E5D97E63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C6CA07C-3E08-48E7-B2B3-670A1D7D82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93894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Shape 144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145" name="Shape 145"/>
          <p:cNvSpPr>
            <a:spLocks noGrp="1"/>
          </p:cNvSpPr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defTabSz="228600" latinLnBrk="0">
      <a:lnSpc>
        <a:spcPct val="117999"/>
      </a:lnSpc>
      <a:defRPr sz="1100">
        <a:latin typeface="Helvetica Neue"/>
        <a:ea typeface="Helvetica Neue"/>
        <a:cs typeface="Helvetica Neue"/>
        <a:sym typeface="Helvetica Neue"/>
      </a:defRPr>
    </a:lvl1pPr>
    <a:lvl2pPr indent="114300" defTabSz="228600" latinLnBrk="0">
      <a:lnSpc>
        <a:spcPct val="117999"/>
      </a:lnSpc>
      <a:defRPr sz="1100">
        <a:latin typeface="Helvetica Neue"/>
        <a:ea typeface="Helvetica Neue"/>
        <a:cs typeface="Helvetica Neue"/>
        <a:sym typeface="Helvetica Neue"/>
      </a:defRPr>
    </a:lvl2pPr>
    <a:lvl3pPr indent="228600" defTabSz="228600" latinLnBrk="0">
      <a:lnSpc>
        <a:spcPct val="117999"/>
      </a:lnSpc>
      <a:defRPr sz="1100">
        <a:latin typeface="Helvetica Neue"/>
        <a:ea typeface="Helvetica Neue"/>
        <a:cs typeface="Helvetica Neue"/>
        <a:sym typeface="Helvetica Neue"/>
      </a:defRPr>
    </a:lvl3pPr>
    <a:lvl4pPr indent="342900" defTabSz="228600" latinLnBrk="0">
      <a:lnSpc>
        <a:spcPct val="117999"/>
      </a:lnSpc>
      <a:defRPr sz="1100">
        <a:latin typeface="Helvetica Neue"/>
        <a:ea typeface="Helvetica Neue"/>
        <a:cs typeface="Helvetica Neue"/>
        <a:sym typeface="Helvetica Neue"/>
      </a:defRPr>
    </a:lvl4pPr>
    <a:lvl5pPr indent="457200" defTabSz="228600" latinLnBrk="0">
      <a:lnSpc>
        <a:spcPct val="117999"/>
      </a:lnSpc>
      <a:defRPr sz="1100">
        <a:latin typeface="Helvetica Neue"/>
        <a:ea typeface="Helvetica Neue"/>
        <a:cs typeface="Helvetica Neue"/>
        <a:sym typeface="Helvetica Neue"/>
      </a:defRPr>
    </a:lvl5pPr>
    <a:lvl6pPr indent="571500" defTabSz="228600" latinLnBrk="0">
      <a:lnSpc>
        <a:spcPct val="117999"/>
      </a:lnSpc>
      <a:defRPr sz="1100">
        <a:latin typeface="Helvetica Neue"/>
        <a:ea typeface="Helvetica Neue"/>
        <a:cs typeface="Helvetica Neue"/>
        <a:sym typeface="Helvetica Neue"/>
      </a:defRPr>
    </a:lvl6pPr>
    <a:lvl7pPr indent="685800" defTabSz="228600" latinLnBrk="0">
      <a:lnSpc>
        <a:spcPct val="117999"/>
      </a:lnSpc>
      <a:defRPr sz="1100">
        <a:latin typeface="Helvetica Neue"/>
        <a:ea typeface="Helvetica Neue"/>
        <a:cs typeface="Helvetica Neue"/>
        <a:sym typeface="Helvetica Neue"/>
      </a:defRPr>
    </a:lvl7pPr>
    <a:lvl8pPr indent="800100" defTabSz="228600" latinLnBrk="0">
      <a:lnSpc>
        <a:spcPct val="117999"/>
      </a:lnSpc>
      <a:defRPr sz="1100">
        <a:latin typeface="Helvetica Neue"/>
        <a:ea typeface="Helvetica Neue"/>
        <a:cs typeface="Helvetica Neue"/>
        <a:sym typeface="Helvetica Neue"/>
      </a:defRPr>
    </a:lvl8pPr>
    <a:lvl9pPr indent="914400" defTabSz="228600" latinLnBrk="0">
      <a:lnSpc>
        <a:spcPct val="117999"/>
      </a:lnSpc>
      <a:defRPr sz="1100">
        <a:latin typeface="Helvetica Neue"/>
        <a:ea typeface="Helvetica Neue"/>
        <a:cs typeface="Helvetica Neue"/>
        <a:sym typeface="Helvetica Neue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Text"/>
          <p:cNvSpPr txBox="1">
            <a:spLocks noGrp="1"/>
          </p:cNvSpPr>
          <p:nvPr>
            <p:ph type="title"/>
          </p:nvPr>
        </p:nvSpPr>
        <p:spPr>
          <a:xfrm>
            <a:off x="889000" y="1149350"/>
            <a:ext cx="10414000" cy="2324100"/>
          </a:xfrm>
          <a:prstGeom prst="rect">
            <a:avLst/>
          </a:prstGeom>
        </p:spPr>
        <p:txBody>
          <a:bodyPr anchor="b"/>
          <a:lstStyle/>
          <a:p>
            <a:r>
              <a:t>Title Text</a:t>
            </a:r>
          </a:p>
        </p:txBody>
      </p:sp>
      <p:sp>
        <p:nvSpPr>
          <p:cNvPr id="12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889000" y="3536950"/>
            <a:ext cx="10414000" cy="793750"/>
          </a:xfrm>
          <a:prstGeom prst="rect">
            <a:avLst/>
          </a:prstGeom>
        </p:spPr>
        <p:txBody>
          <a:bodyPr anchor="t"/>
          <a:lstStyle>
            <a:lvl1pPr marL="0" indent="0" algn="ctr">
              <a:spcBef>
                <a:spcPts val="0"/>
              </a:spcBef>
              <a:buClrTx/>
              <a:buSzTx/>
              <a:buNone/>
              <a:defRPr sz="2700"/>
            </a:lvl1pPr>
            <a:lvl2pPr marL="0" indent="0" algn="ctr">
              <a:spcBef>
                <a:spcPts val="0"/>
              </a:spcBef>
              <a:buClrTx/>
              <a:buSzTx/>
              <a:buNone/>
              <a:defRPr sz="2700"/>
            </a:lvl2pPr>
            <a:lvl3pPr marL="0" indent="0" algn="ctr">
              <a:spcBef>
                <a:spcPts val="0"/>
              </a:spcBef>
              <a:buClrTx/>
              <a:buSzTx/>
              <a:buNone/>
              <a:defRPr sz="2700"/>
            </a:lvl3pPr>
            <a:lvl4pPr marL="0" indent="0" algn="ctr">
              <a:spcBef>
                <a:spcPts val="0"/>
              </a:spcBef>
              <a:buClrTx/>
              <a:buSzTx/>
              <a:buNone/>
              <a:defRPr sz="2700"/>
            </a:lvl4pPr>
            <a:lvl5pPr marL="0" indent="0" algn="ctr">
              <a:spcBef>
                <a:spcPts val="0"/>
              </a:spcBef>
              <a:buClrTx/>
              <a:buSzTx/>
              <a:buNone/>
              <a:defRPr sz="2700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3" name="01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&amp;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Title Text"/>
          <p:cNvSpPr txBox="1">
            <a:spLocks noGrp="1"/>
          </p:cNvSpPr>
          <p:nvPr>
            <p:ph type="title" hasCustomPrompt="1"/>
          </p:nvPr>
        </p:nvSpPr>
        <p:spPr>
          <a:prstGeom prst="rect">
            <a:avLst/>
          </a:prstGeom>
        </p:spPr>
        <p:txBody>
          <a:bodyPr/>
          <a:lstStyle>
            <a:lvl1pPr>
              <a:defRPr>
                <a:latin typeface="Helvetica" pitchFamily="2" charset="0"/>
              </a:defRPr>
            </a:lvl1pPr>
          </a:lstStyle>
          <a:p>
            <a:r>
              <a:t>Title Text</a:t>
            </a:r>
          </a:p>
        </p:txBody>
      </p:sp>
      <p:sp>
        <p:nvSpPr>
          <p:cNvPr id="57" name="Body Level One…"/>
          <p:cNvSpPr txBox="1">
            <a:spLocks noGrp="1"/>
          </p:cNvSpPr>
          <p:nvPr>
            <p:ph type="body" idx="1" hasCustomPrompt="1"/>
          </p:nvPr>
        </p:nvSpPr>
        <p:spPr>
          <a:prstGeom prst="rect">
            <a:avLst/>
          </a:prstGeom>
        </p:spPr>
        <p:txBody>
          <a:bodyPr anchor="t"/>
          <a:lstStyle>
            <a:lvl1pPr>
              <a:buClrTx/>
            </a:lvl1pPr>
            <a:lvl2pPr>
              <a:buClrTx/>
            </a:lvl2pPr>
            <a:lvl3pPr>
              <a:buClrTx/>
            </a:lvl3pPr>
            <a:lvl4pPr>
              <a:buClrTx/>
            </a:lvl4pPr>
            <a:lvl5pPr>
              <a:buClrTx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58" name="01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1_Title &amp;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B30FA663-7383-DBEA-0822-E60A81C633F0}"/>
              </a:ext>
            </a:extLst>
          </p:cNvPr>
          <p:cNvSpPr/>
          <p:nvPr userDrawn="1"/>
        </p:nvSpPr>
        <p:spPr>
          <a:xfrm>
            <a:off x="391893" y="1510234"/>
            <a:ext cx="10502900" cy="4663440"/>
          </a:xfrm>
          <a:prstGeom prst="rect">
            <a:avLst/>
          </a:prstGeom>
          <a:solidFill>
            <a:schemeClr val="tx1"/>
          </a:solidFill>
          <a:ln w="127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+mn-lt"/>
              <a:ea typeface="+mn-ea"/>
              <a:cs typeface="+mn-cs"/>
              <a:sym typeface="Helvetica Neue Medium"/>
            </a:endParaRPr>
          </a:p>
        </p:txBody>
      </p:sp>
      <p:sp>
        <p:nvSpPr>
          <p:cNvPr id="56" name="Title Text"/>
          <p:cNvSpPr txBox="1">
            <a:spLocks noGrp="1"/>
          </p:cNvSpPr>
          <p:nvPr>
            <p:ph type="title" hasCustomPrompt="1"/>
          </p:nvPr>
        </p:nvSpPr>
        <p:spPr>
          <a:prstGeom prst="rect">
            <a:avLst/>
          </a:prstGeom>
        </p:spPr>
        <p:txBody>
          <a:bodyPr/>
          <a:lstStyle>
            <a:lvl1pPr>
              <a:defRPr>
                <a:latin typeface="Helvetica" pitchFamily="2" charset="0"/>
              </a:defRPr>
            </a:lvl1pPr>
          </a:lstStyle>
          <a:p>
            <a:r>
              <a:t>Title Text</a:t>
            </a:r>
          </a:p>
        </p:txBody>
      </p:sp>
      <p:sp>
        <p:nvSpPr>
          <p:cNvPr id="57" name="Body Level One…"/>
          <p:cNvSpPr txBox="1">
            <a:spLocks noGrp="1"/>
          </p:cNvSpPr>
          <p:nvPr>
            <p:ph type="body" idx="1" hasCustomPrompt="1"/>
          </p:nvPr>
        </p:nvSpPr>
        <p:spPr>
          <a:prstGeom prst="rect">
            <a:avLst/>
          </a:prstGeom>
        </p:spPr>
        <p:txBody>
          <a:bodyPr anchor="t"/>
          <a:lstStyle>
            <a:lvl1pPr>
              <a:buClrTx/>
              <a:defRPr>
                <a:solidFill>
                  <a:sysClr val="windowText" lastClr="000000"/>
                </a:solidFill>
              </a:defRPr>
            </a:lvl1pPr>
            <a:lvl2pPr>
              <a:buClrTx/>
              <a:defRPr>
                <a:solidFill>
                  <a:sysClr val="windowText" lastClr="000000"/>
                </a:solidFill>
              </a:defRPr>
            </a:lvl2pPr>
            <a:lvl3pPr>
              <a:buClrTx/>
              <a:defRPr>
                <a:solidFill>
                  <a:sysClr val="windowText" lastClr="000000"/>
                </a:solidFill>
              </a:defRPr>
            </a:lvl3pPr>
            <a:lvl4pPr>
              <a:buClrTx/>
              <a:defRPr>
                <a:solidFill>
                  <a:sysClr val="windowText" lastClr="000000"/>
                </a:solidFill>
              </a:defRPr>
            </a:lvl4pPr>
            <a:lvl5pPr>
              <a:buClrTx/>
              <a:defRPr>
                <a:solidFill>
                  <a:sysClr val="windowText" lastClr="000000"/>
                </a:solidFill>
              </a:defRPr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58" name="01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677480909"/>
      </p:ext>
    </p:extLst>
  </p:cSld>
  <p:clrMapOvr>
    <a:masterClrMapping/>
  </p:clrMapOvr>
  <p:transition spd="med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E5608D-4713-EC4E-8282-1C5903FFFC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1703942-D76B-E483-FD9F-5C81E63F78E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8985425-7D1C-09B7-607F-1A6EFECEAE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02E6D3-DAA8-1045-973E-B04736FFA309}" type="datetime1">
              <a:rPr lang="en-US" smtClean="0"/>
              <a:t>1/14/26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0D40273-0B5C-173D-2556-D11627A5DA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1E5416-1A1B-9395-6E3C-3A72C99BFC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5396A5-FD69-DA43-B2E1-3F15D4A7FF78}" type="slidenum">
              <a:rPr lang="en-US" smtClean="0"/>
              <a:t>‹#›</a:t>
            </a:fld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D637EA6-3581-4CC5-574C-8C5FC52F2DA3}"/>
              </a:ext>
            </a:extLst>
          </p:cNvPr>
          <p:cNvSpPr txBox="1"/>
          <p:nvPr userDrawn="1"/>
        </p:nvSpPr>
        <p:spPr>
          <a:xfrm>
            <a:off x="9869424" y="13414"/>
            <a:ext cx="232257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000" i="1">
                <a:solidFill>
                  <a:schemeClr val="bg1"/>
                </a:solidFill>
                <a:latin typeface="Helvetica" pitchFamily="2" charset="0"/>
              </a:rPr>
              <a:t>CONFIDENTIAL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DC72B28-BA7F-AB94-BC28-D32B4CF83E0C}"/>
              </a:ext>
            </a:extLst>
          </p:cNvPr>
          <p:cNvSpPr/>
          <p:nvPr userDrawn="1"/>
        </p:nvSpPr>
        <p:spPr>
          <a:xfrm>
            <a:off x="838200" y="1146412"/>
            <a:ext cx="10515600" cy="5030551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4005564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Relationship Id="rId6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100000">
              <a:srgbClr val="00205F"/>
            </a:gs>
            <a:gs pos="7000">
              <a:schemeClr val="bg1"/>
            </a:gs>
          </a:gsLst>
          <a:lin ang="1200000" scaled="0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Text"/>
          <p:cNvSpPr txBox="1">
            <a:spLocks noGrp="1"/>
          </p:cNvSpPr>
          <p:nvPr>
            <p:ph type="title"/>
          </p:nvPr>
        </p:nvSpPr>
        <p:spPr>
          <a:xfrm>
            <a:off x="386899" y="386899"/>
            <a:ext cx="10502900" cy="603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50800" tIns="50800" rIns="50800" bIns="50800" anchor="t">
            <a:normAutofit/>
          </a:bodyPr>
          <a:lstStyle/>
          <a:p>
            <a:r>
              <a:t>Title Text</a:t>
            </a:r>
          </a:p>
        </p:txBody>
      </p:sp>
      <p:sp>
        <p:nvSpPr>
          <p:cNvPr id="3" name="Body Level One…"/>
          <p:cNvSpPr txBox="1">
            <a:spLocks noGrp="1"/>
          </p:cNvSpPr>
          <p:nvPr>
            <p:ph type="body" idx="1"/>
          </p:nvPr>
        </p:nvSpPr>
        <p:spPr>
          <a:xfrm>
            <a:off x="387391" y="1510234"/>
            <a:ext cx="10502900" cy="46482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50800" tIns="50800" rIns="50800" bIns="50800" anchor="t">
            <a:normAutofit/>
          </a:bodyPr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" name="01"/>
          <p:cNvSpPr txBox="1">
            <a:spLocks noGrp="1"/>
          </p:cNvSpPr>
          <p:nvPr>
            <p:ph type="sldNum" sz="quarter" idx="2"/>
          </p:nvPr>
        </p:nvSpPr>
        <p:spPr>
          <a:xfrm>
            <a:off x="11895444" y="6542617"/>
            <a:ext cx="296556" cy="287258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>
            <a:spAutoFit/>
          </a:bodyPr>
          <a:lstStyle>
            <a:lvl1pPr algn="ctr">
              <a:spcBef>
                <a:spcPts val="0"/>
              </a:spcBef>
              <a:defRPr sz="1200"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</a:lstStyle>
          <a:p>
            <a:fld id="{C0A49765-7C13-4464-8753-5BEDD4AF8F1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1DA81DF-5627-809F-F7C0-20F4F8BD82D8}"/>
              </a:ext>
            </a:extLst>
          </p:cNvPr>
          <p:cNvSpPr txBox="1"/>
          <p:nvPr userDrawn="1"/>
        </p:nvSpPr>
        <p:spPr>
          <a:xfrm>
            <a:off x="11150048" y="0"/>
            <a:ext cx="1041952" cy="25648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50800" tIns="50800" rIns="50800" bIns="50800" numCol="1" spcCol="38100" rtlCol="0" anchor="ctr">
            <a:spAutoFit/>
          </a:bodyPr>
          <a:lstStyle/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1000" b="0" i="1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"/>
                <a:ea typeface="Helvetica Neue"/>
                <a:cs typeface="Helvetica Neue"/>
                <a:sym typeface="Helvetica Neue"/>
              </a:rPr>
              <a:t>CONFIDENTIAL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4CA1D80-2B1F-14C2-193E-5A3CEC80E93B}"/>
              </a:ext>
            </a:extLst>
          </p:cNvPr>
          <p:cNvPicPr>
            <a:picLocks noChangeAspect="1"/>
          </p:cNvPicPr>
          <p:nvPr userDrawn="1"/>
        </p:nvPicPr>
        <p:blipFill>
          <a:blip r:embed="rId6"/>
          <a:srcRect l="4356" t="11145" r="84944" b="51846"/>
          <a:stretch>
            <a:fillRect/>
          </a:stretch>
        </p:blipFill>
        <p:spPr>
          <a:xfrm>
            <a:off x="0" y="6540500"/>
            <a:ext cx="422275" cy="289375"/>
          </a:xfrm>
          <a:prstGeom prst="rect">
            <a:avLst/>
          </a:prstGeom>
        </p:spPr>
      </p:pic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4" r:id="rId2"/>
    <p:sldLayoutId id="2147483664" r:id="rId3"/>
    <p:sldLayoutId id="2147483665" r:id="rId4"/>
  </p:sldLayoutIdLst>
  <p:transition spd="med"/>
  <p:hf hdr="0" ftr="0" dt="0"/>
  <p:txStyles>
    <p:titleStyle>
      <a:lvl1pPr marL="0" marR="0" indent="0" algn="l" defTabSz="41275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000" b="0" i="0" u="none" strike="noStrike" cap="none" spc="0" baseline="0">
          <a:solidFill>
            <a:srgbClr val="FFFFFF"/>
          </a:solidFill>
          <a:uFillTx/>
          <a:latin typeface="Helvetica" pitchFamily="2" charset="0"/>
          <a:ea typeface="+mn-ea"/>
          <a:cs typeface="+mn-cs"/>
          <a:sym typeface="Helvetica Neue Medium"/>
        </a:defRPr>
      </a:lvl1pPr>
      <a:lvl2pPr marL="0" marR="0" indent="0" algn="ctr" defTabSz="41275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5600" b="0" i="0" u="none" strike="noStrike" cap="none" spc="0" baseline="0">
          <a:solidFill>
            <a:srgbClr val="FFFFFF"/>
          </a:solidFill>
          <a:uFillTx/>
          <a:latin typeface="+mn-lt"/>
          <a:ea typeface="+mn-ea"/>
          <a:cs typeface="+mn-cs"/>
          <a:sym typeface="Helvetica Neue Medium"/>
        </a:defRPr>
      </a:lvl2pPr>
      <a:lvl3pPr marL="0" marR="0" indent="0" algn="ctr" defTabSz="41275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5600" b="0" i="0" u="none" strike="noStrike" cap="none" spc="0" baseline="0">
          <a:solidFill>
            <a:srgbClr val="FFFFFF"/>
          </a:solidFill>
          <a:uFillTx/>
          <a:latin typeface="+mn-lt"/>
          <a:ea typeface="+mn-ea"/>
          <a:cs typeface="+mn-cs"/>
          <a:sym typeface="Helvetica Neue Medium"/>
        </a:defRPr>
      </a:lvl3pPr>
      <a:lvl4pPr marL="0" marR="0" indent="0" algn="ctr" defTabSz="41275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5600" b="0" i="0" u="none" strike="noStrike" cap="none" spc="0" baseline="0">
          <a:solidFill>
            <a:srgbClr val="FFFFFF"/>
          </a:solidFill>
          <a:uFillTx/>
          <a:latin typeface="+mn-lt"/>
          <a:ea typeface="+mn-ea"/>
          <a:cs typeface="+mn-cs"/>
          <a:sym typeface="Helvetica Neue Medium"/>
        </a:defRPr>
      </a:lvl4pPr>
      <a:lvl5pPr marL="0" marR="0" indent="0" algn="ctr" defTabSz="41275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5600" b="0" i="0" u="none" strike="noStrike" cap="none" spc="0" baseline="0">
          <a:solidFill>
            <a:srgbClr val="FFFFFF"/>
          </a:solidFill>
          <a:uFillTx/>
          <a:latin typeface="+mn-lt"/>
          <a:ea typeface="+mn-ea"/>
          <a:cs typeface="+mn-cs"/>
          <a:sym typeface="Helvetica Neue Medium"/>
        </a:defRPr>
      </a:lvl5pPr>
      <a:lvl6pPr marL="0" marR="0" indent="0" algn="ctr" defTabSz="41275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5600" b="0" i="0" u="none" strike="noStrike" cap="none" spc="0" baseline="0">
          <a:solidFill>
            <a:srgbClr val="FFFFFF"/>
          </a:solidFill>
          <a:uFillTx/>
          <a:latin typeface="+mn-lt"/>
          <a:ea typeface="+mn-ea"/>
          <a:cs typeface="+mn-cs"/>
          <a:sym typeface="Helvetica Neue Medium"/>
        </a:defRPr>
      </a:lvl6pPr>
      <a:lvl7pPr marL="0" marR="0" indent="0" algn="ctr" defTabSz="41275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5600" b="0" i="0" u="none" strike="noStrike" cap="none" spc="0" baseline="0">
          <a:solidFill>
            <a:srgbClr val="FFFFFF"/>
          </a:solidFill>
          <a:uFillTx/>
          <a:latin typeface="+mn-lt"/>
          <a:ea typeface="+mn-ea"/>
          <a:cs typeface="+mn-cs"/>
          <a:sym typeface="Helvetica Neue Medium"/>
        </a:defRPr>
      </a:lvl7pPr>
      <a:lvl8pPr marL="0" marR="0" indent="0" algn="ctr" defTabSz="41275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5600" b="0" i="0" u="none" strike="noStrike" cap="none" spc="0" baseline="0">
          <a:solidFill>
            <a:srgbClr val="FFFFFF"/>
          </a:solidFill>
          <a:uFillTx/>
          <a:latin typeface="+mn-lt"/>
          <a:ea typeface="+mn-ea"/>
          <a:cs typeface="+mn-cs"/>
          <a:sym typeface="Helvetica Neue Medium"/>
        </a:defRPr>
      </a:lvl8pPr>
      <a:lvl9pPr marL="0" marR="0" indent="0" algn="ctr" defTabSz="41275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5600" b="0" i="0" u="none" strike="noStrike" cap="none" spc="0" baseline="0">
          <a:solidFill>
            <a:srgbClr val="FFFFFF"/>
          </a:solidFill>
          <a:uFillTx/>
          <a:latin typeface="+mn-lt"/>
          <a:ea typeface="+mn-ea"/>
          <a:cs typeface="+mn-cs"/>
          <a:sym typeface="Helvetica Neue Medium"/>
        </a:defRPr>
      </a:lvl9pPr>
    </p:titleStyle>
    <p:bodyStyle>
      <a:lvl1pPr marL="317500" marR="0" indent="-317500" algn="l" defTabSz="412750" rtl="0" latinLnBrk="0">
        <a:lnSpc>
          <a:spcPct val="100000"/>
        </a:lnSpc>
        <a:spcBef>
          <a:spcPts val="2950"/>
        </a:spcBef>
        <a:spcAft>
          <a:spcPts val="0"/>
        </a:spcAft>
        <a:buClr>
          <a:srgbClr val="FFFFFF"/>
        </a:buClr>
        <a:buSzPct val="125000"/>
        <a:buFontTx/>
        <a:buChar char="•"/>
        <a:tabLst/>
        <a:defRPr sz="2400" b="0" i="0" u="none" strike="noStrike" cap="none" spc="0" baseline="0">
          <a:solidFill>
            <a:srgbClr val="FFFFFF"/>
          </a:solidFill>
          <a:uFillTx/>
          <a:latin typeface="Helvetica Neue"/>
          <a:ea typeface="Helvetica Neue"/>
          <a:cs typeface="Helvetica Neue"/>
          <a:sym typeface="Helvetica Neue"/>
        </a:defRPr>
      </a:lvl1pPr>
      <a:lvl2pPr marL="635000" marR="0" indent="-317500" algn="l" defTabSz="412750" rtl="0" latinLnBrk="0">
        <a:lnSpc>
          <a:spcPct val="100000"/>
        </a:lnSpc>
        <a:spcBef>
          <a:spcPts val="2950"/>
        </a:spcBef>
        <a:spcAft>
          <a:spcPts val="0"/>
        </a:spcAft>
        <a:buClr>
          <a:srgbClr val="FFFFFF"/>
        </a:buClr>
        <a:buSzPct val="125000"/>
        <a:buFontTx/>
        <a:buChar char="•"/>
        <a:tabLst/>
        <a:defRPr sz="1800" b="0" i="0" u="none" strike="noStrike" cap="none" spc="0" baseline="0">
          <a:solidFill>
            <a:srgbClr val="FFFFFF"/>
          </a:solidFill>
          <a:uFillTx/>
          <a:latin typeface="Helvetica Neue"/>
          <a:ea typeface="Helvetica Neue"/>
          <a:cs typeface="Helvetica Neue"/>
          <a:sym typeface="Helvetica Neue"/>
        </a:defRPr>
      </a:lvl2pPr>
      <a:lvl3pPr marL="952500" marR="0" indent="-317500" algn="l" defTabSz="412750" rtl="0" latinLnBrk="0">
        <a:lnSpc>
          <a:spcPct val="100000"/>
        </a:lnSpc>
        <a:spcBef>
          <a:spcPts val="2950"/>
        </a:spcBef>
        <a:spcAft>
          <a:spcPts val="0"/>
        </a:spcAft>
        <a:buClr>
          <a:srgbClr val="FFFFFF"/>
        </a:buClr>
        <a:buSzPct val="125000"/>
        <a:buFontTx/>
        <a:buChar char="•"/>
        <a:tabLst/>
        <a:defRPr sz="1500" b="0" i="0" u="none" strike="noStrike" cap="none" spc="0" baseline="0">
          <a:solidFill>
            <a:srgbClr val="FFFFFF"/>
          </a:solidFill>
          <a:uFillTx/>
          <a:latin typeface="Helvetica Neue"/>
          <a:ea typeface="Helvetica Neue"/>
          <a:cs typeface="Helvetica Neue"/>
          <a:sym typeface="Helvetica Neue"/>
        </a:defRPr>
      </a:lvl3pPr>
      <a:lvl4pPr marL="1270000" marR="0" indent="-317500" algn="l" defTabSz="412750" rtl="0" latinLnBrk="0">
        <a:lnSpc>
          <a:spcPct val="100000"/>
        </a:lnSpc>
        <a:spcBef>
          <a:spcPts val="2950"/>
        </a:spcBef>
        <a:spcAft>
          <a:spcPts val="0"/>
        </a:spcAft>
        <a:buClr>
          <a:srgbClr val="FFFFFF"/>
        </a:buClr>
        <a:buSzPct val="125000"/>
        <a:buFontTx/>
        <a:buChar char="•"/>
        <a:tabLst/>
        <a:defRPr sz="1200" b="0" i="0" u="none" strike="noStrike" cap="none" spc="0" baseline="0">
          <a:solidFill>
            <a:srgbClr val="FFFFFF"/>
          </a:solidFill>
          <a:uFillTx/>
          <a:latin typeface="Helvetica Neue"/>
          <a:ea typeface="Helvetica Neue"/>
          <a:cs typeface="Helvetica Neue"/>
          <a:sym typeface="Helvetica Neue"/>
        </a:defRPr>
      </a:lvl4pPr>
      <a:lvl5pPr marL="1587500" marR="0" indent="-317500" algn="l" defTabSz="412750" rtl="0" latinLnBrk="0">
        <a:lnSpc>
          <a:spcPct val="100000"/>
        </a:lnSpc>
        <a:spcBef>
          <a:spcPts val="2950"/>
        </a:spcBef>
        <a:spcAft>
          <a:spcPts val="0"/>
        </a:spcAft>
        <a:buClr>
          <a:srgbClr val="FFFFFF"/>
        </a:buClr>
        <a:buSzPct val="125000"/>
        <a:buFontTx/>
        <a:buChar char="•"/>
        <a:tabLst/>
        <a:defRPr sz="1000" b="0" i="0" u="none" strike="noStrike" cap="none" spc="0" baseline="0">
          <a:solidFill>
            <a:srgbClr val="FFFFFF"/>
          </a:solidFill>
          <a:uFillTx/>
          <a:latin typeface="Helvetica Neue"/>
          <a:ea typeface="Helvetica Neue"/>
          <a:cs typeface="Helvetica Neue"/>
          <a:sym typeface="Helvetica Neue"/>
        </a:defRPr>
      </a:lvl5pPr>
      <a:lvl6pPr marL="1905000" marR="0" indent="-317500" algn="l" defTabSz="412750" rtl="0" latinLnBrk="0">
        <a:lnSpc>
          <a:spcPct val="100000"/>
        </a:lnSpc>
        <a:spcBef>
          <a:spcPts val="2950"/>
        </a:spcBef>
        <a:spcAft>
          <a:spcPts val="0"/>
        </a:spcAft>
        <a:buClr>
          <a:srgbClr val="FFFFFF"/>
        </a:buClr>
        <a:buSzPct val="125000"/>
        <a:buFontTx/>
        <a:buChar char="•"/>
        <a:tabLst/>
        <a:defRPr sz="2400" b="0" i="0" u="none" strike="noStrike" cap="none" spc="0" baseline="0">
          <a:solidFill>
            <a:srgbClr val="FFFFFF"/>
          </a:solidFill>
          <a:uFillTx/>
          <a:latin typeface="Helvetica Neue"/>
          <a:ea typeface="Helvetica Neue"/>
          <a:cs typeface="Helvetica Neue"/>
          <a:sym typeface="Helvetica Neue"/>
        </a:defRPr>
      </a:lvl6pPr>
      <a:lvl7pPr marL="2222500" marR="0" indent="-317500" algn="l" defTabSz="412750" rtl="0" latinLnBrk="0">
        <a:lnSpc>
          <a:spcPct val="100000"/>
        </a:lnSpc>
        <a:spcBef>
          <a:spcPts val="2950"/>
        </a:spcBef>
        <a:spcAft>
          <a:spcPts val="0"/>
        </a:spcAft>
        <a:buClr>
          <a:srgbClr val="FFFFFF"/>
        </a:buClr>
        <a:buSzPct val="125000"/>
        <a:buFontTx/>
        <a:buChar char="•"/>
        <a:tabLst/>
        <a:defRPr sz="2400" b="0" i="0" u="none" strike="noStrike" cap="none" spc="0" baseline="0">
          <a:solidFill>
            <a:srgbClr val="FFFFFF"/>
          </a:solidFill>
          <a:uFillTx/>
          <a:latin typeface="Helvetica Neue"/>
          <a:ea typeface="Helvetica Neue"/>
          <a:cs typeface="Helvetica Neue"/>
          <a:sym typeface="Helvetica Neue"/>
        </a:defRPr>
      </a:lvl7pPr>
      <a:lvl8pPr marL="2540000" marR="0" indent="-317500" algn="l" defTabSz="412750" rtl="0" latinLnBrk="0">
        <a:lnSpc>
          <a:spcPct val="100000"/>
        </a:lnSpc>
        <a:spcBef>
          <a:spcPts val="2950"/>
        </a:spcBef>
        <a:spcAft>
          <a:spcPts val="0"/>
        </a:spcAft>
        <a:buClr>
          <a:srgbClr val="FFFFFF"/>
        </a:buClr>
        <a:buSzPct val="125000"/>
        <a:buFontTx/>
        <a:buChar char="•"/>
        <a:tabLst/>
        <a:defRPr sz="2400" b="0" i="0" u="none" strike="noStrike" cap="none" spc="0" baseline="0">
          <a:solidFill>
            <a:srgbClr val="FFFFFF"/>
          </a:solidFill>
          <a:uFillTx/>
          <a:latin typeface="Helvetica Neue"/>
          <a:ea typeface="Helvetica Neue"/>
          <a:cs typeface="Helvetica Neue"/>
          <a:sym typeface="Helvetica Neue"/>
        </a:defRPr>
      </a:lvl8pPr>
      <a:lvl9pPr marL="2857500" marR="0" indent="-317500" algn="l" defTabSz="412750" rtl="0" latinLnBrk="0">
        <a:lnSpc>
          <a:spcPct val="100000"/>
        </a:lnSpc>
        <a:spcBef>
          <a:spcPts val="2950"/>
        </a:spcBef>
        <a:spcAft>
          <a:spcPts val="0"/>
        </a:spcAft>
        <a:buClr>
          <a:srgbClr val="FFFFFF"/>
        </a:buClr>
        <a:buSzPct val="125000"/>
        <a:buFontTx/>
        <a:buChar char="•"/>
        <a:tabLst/>
        <a:defRPr sz="2400" b="0" i="0" u="none" strike="noStrike" cap="none" spc="0" baseline="0">
          <a:solidFill>
            <a:srgbClr val="FFFFFF"/>
          </a:solidFill>
          <a:uFillTx/>
          <a:latin typeface="Helvetica Neue"/>
          <a:ea typeface="Helvetica Neue"/>
          <a:cs typeface="Helvetica Neue"/>
          <a:sym typeface="Helvetica Neue"/>
        </a:defRPr>
      </a:lvl9pPr>
    </p:bodyStyle>
    <p:otherStyle>
      <a:lvl1pPr marL="0" marR="0" indent="0" algn="ctr" defTabSz="41275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1pPr>
      <a:lvl2pPr marL="0" marR="0" indent="114300" algn="ctr" defTabSz="41275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2pPr>
      <a:lvl3pPr marL="0" marR="0" indent="228600" algn="ctr" defTabSz="41275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3pPr>
      <a:lvl4pPr marL="0" marR="0" indent="342900" algn="ctr" defTabSz="41275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4pPr>
      <a:lvl5pPr marL="0" marR="0" indent="457200" algn="ctr" defTabSz="41275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5pPr>
      <a:lvl6pPr marL="0" marR="0" indent="571500" algn="ctr" defTabSz="41275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6pPr>
      <a:lvl7pPr marL="0" marR="0" indent="685800" algn="ctr" defTabSz="41275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7pPr>
      <a:lvl8pPr marL="0" marR="0" indent="800100" algn="ctr" defTabSz="41275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8pPr>
      <a:lvl9pPr marL="0" marR="0" indent="914400" algn="ctr" defTabSz="41275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40" userDrawn="1">
          <p15:clr>
            <a:srgbClr val="F26B43"/>
          </p15:clr>
        </p15:guide>
        <p15:guide id="2" pos="3840" userDrawn="1">
          <p15:clr>
            <a:srgbClr val="F26B43"/>
          </p15:clr>
        </p15:guide>
        <p15:guide id="3" pos="240" userDrawn="1">
          <p15:clr>
            <a:srgbClr val="F26B43"/>
          </p15:clr>
        </p15:guide>
        <p15:guide id="4" orient="horz" pos="2260" userDrawn="1">
          <p15:clr>
            <a:srgbClr val="F26B43"/>
          </p15:clr>
        </p15:guide>
      </p15:sldGuideLst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4FA6C8F9-8DD9-00D7-6D2F-2FE379F773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9000" y="395006"/>
            <a:ext cx="10414000" cy="2324100"/>
          </a:xfrm>
        </p:spPr>
        <p:txBody>
          <a:bodyPr/>
          <a:lstStyle/>
          <a:p>
            <a:pPr marL="0" indent="0">
              <a:buNone/>
            </a:pPr>
            <a:r>
              <a:rPr b="1" sz="2800"/>
              <a:t>Claude Code: From Coding to Workflow Design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162522C-1B9A-EB00-6026-62649AE56607}"/>
              </a:ext>
            </a:extLst>
          </p:cNvPr>
          <p:cNvSpPr>
            <a:spLocks noGrp="1"/>
          </p:cNvSpPr>
          <p:nvPr>
            <p:ph type="body" sz="quarter" idx="1"/>
          </p:nvPr>
        </p:nvSpPr>
        <p:spPr>
          <a:xfrm>
            <a:off x="889000" y="2782606"/>
            <a:ext cx="10414000" cy="793750"/>
          </a:xfrm>
        </p:spPr>
        <p:txBody>
          <a:bodyPr/>
          <a:lstStyle/>
          <a:p>
            <a:pPr algn="ctr" marL="0" indent="0">
              <a:buNone/>
            </a:pPr>
            <a:r>
              <a:t>Internal Computational Team
January 2026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0E88BA0-9342-F21E-9BC5-D4ECCCFCAC30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fld id="{86CB4B4D-7CA3-9044-876B-883B54F8677D}" type="slidenum">
              <a:rPr lang="en-US" smtClean="0"/>
              <a:t>1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D805652-B379-F4E2-23B4-1D99A273681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45"/>
          <a:stretch>
            <a:fillRect/>
          </a:stretch>
        </p:blipFill>
        <p:spPr>
          <a:xfrm>
            <a:off x="-133" y="4430994"/>
            <a:ext cx="12192265" cy="24270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0876250"/>
      </p:ext>
    </p:extLst>
  </p:cSld>
  <p:clrMapOvr>
    <a:masterClrMapping/>
  </p:clrMapOvr>
  <p:transition spd="med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F129FC-6483-2679-A548-5A45339B19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>
              <a:buNone/>
            </a:pPr>
            <a:r>
              <a:rPr b="1" sz="2400"/>
              <a:t>We're stuck in an old mental model of development.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D13FB3D-A019-CA34-64A7-F5D0E6BC66D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lnSpcReduction="10000"/>
          </a:bodyPr>
          <a:lstStyle/>
          <a:p>
            <a:pPr marL="365760" indent="-18288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SzPct val="100000"/>
              <a:buChar char="•"/>
            </a:pPr>
            <a:r>
              <a:t>Old: Developer writes code line by line</a:t>
            </a:r>
          </a:p>
          <a:p>
            <a:pPr marL="365760" indent="-182880" algn="l">
              <a:buChar char="•"/>
            </a:pPr>
            <a:r>
              <a:t>New: Developer describes outcomes</a:t>
            </a:r>
          </a:p>
          <a:p>
            <a:pPr marL="365760" indent="-182880" algn="l">
              <a:buChar char="•"/>
            </a:pPr>
            <a:r>
              <a:t>Old: IDE assists with autocomplete</a:t>
            </a:r>
          </a:p>
          <a:p>
            <a:pPr marL="365760" indent="-182880" algn="l">
              <a:buChar char="•"/>
            </a:pPr>
            <a:r>
              <a:t>New: Agent plans and executes</a:t>
            </a:r>
          </a:p>
          <a:p>
            <a:pPr marL="365760" indent="-182880" algn="l">
              <a:buChar char="•"/>
            </a:pPr>
            <a:r>
              <a:t>Old: Human is the executor</a:t>
            </a:r>
          </a:p>
          <a:p>
            <a:pPr marL="365760" indent="-182880" algn="l">
              <a:buChar char="•"/>
            </a:pPr>
            <a:r>
              <a:t>New: Human supervises and validates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A774582-EDD4-AA3F-C307-CFA57D569FAF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fld id="{86CB4B4D-7CA3-9044-876B-883B54F8677D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3119648"/>
      </p:ext>
    </p:extLst>
  </p:cSld>
  <p:clrMapOvr>
    <a:masterClrMapping/>
  </p:clrMapOvr>
  <p:transition spd="med"/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>
            <a:extLst>
              <a:ext uri="{FF2B5EF4-FFF2-40B4-BE49-F238E27FC236}">
                <a16:creationId xmlns:a16="http://schemas.microsoft.com/office/drawing/2014/main" id="{25F129FC-6483-2679-A548-5A45339B19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>
              <a:buNone/>
            </a:pPr>
            <a:r>
              <a:rPr b="1" sz="2400"/>
              <a:t>Engineers now design systems, not write software.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D13FB3D-A019-CA34-64A7-F5D0E6BC66D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lnSpcReduction="10000"/>
          </a:bodyPr>
          <a:lstStyle/>
          <a:p>
            <a:pPr marL="365760" indent="-18288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SzPct val="100000"/>
              <a:buChar char="•"/>
            </a:pPr>
            <a:r>
              <a:t>One person built a Polymarket tool in 2 hours without writing code</a:t>
            </a:r>
          </a:p>
          <a:p>
            <a:pPr marL="365760" indent="-182880" algn="l">
              <a:buChar char="•"/>
            </a:pPr>
            <a:r>
              <a:t>The technique mattered more than which AI was used</a:t>
            </a:r>
          </a:p>
          <a:p>
            <a:pPr marL="365760" indent="-182880" algn="l">
              <a:buChar char="•"/>
            </a:pPr>
            <a:r>
              <a:t>Architecture and process design become primary skills</a:t>
            </a:r>
          </a:p>
          <a:p>
            <a:pPr marL="365760" indent="-182880" algn="l">
              <a:buChar char="•"/>
            </a:pPr>
            <a:r>
              <a:t>"The outcome is defined by the process, not the model." — Mike.tech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A774582-EDD4-AA3F-C307-CFA57D569FAF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fld id="{86CB4B4D-7CA3-9044-876B-883B54F8677D}" type="slidenum">
              <a:rPr lang="en-US" smtClean="0"/>
              <a:t>2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>
            <a:extLst>
              <a:ext uri="{FF2B5EF4-FFF2-40B4-BE49-F238E27FC236}">
                <a16:creationId xmlns:a16="http://schemas.microsoft.com/office/drawing/2014/main" id="{25F129FC-6483-2679-A548-5A45339B19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>
              <a:buNone/>
            </a:pPr>
            <a:r>
              <a:rPr b="1" sz="2200"/>
              <a:t>Communicate intent structurally—let agents find the implementation.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D13FB3D-A019-CA34-64A7-F5D0E6BC66D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lnSpcReduction="10000"/>
          </a:bodyPr>
          <a:lstStyle/>
          <a:p>
            <a:pPr marL="365760" indent="-18288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SzPct val="100000"/>
              <a:buChar char="•"/>
            </a:pPr>
            <a:r>
              <a:t>Use XML tags: &lt;task&gt;, &lt;context&gt;, &lt;constraints&gt;, &lt;output_format&gt;</a:t>
            </a:r>
          </a:p>
          <a:p>
            <a:pPr marL="365760" indent="-182880" algn="l">
              <a:buChar char="•"/>
            </a:pPr>
            <a:r>
              <a:t>Code-Level: "Write a function that..." → Focus on implementation</a:t>
            </a:r>
          </a:p>
          <a:p>
            <a:pPr marL="365760" indent="-182880" algn="l">
              <a:buChar char="•"/>
            </a:pPr>
            <a:r>
              <a:t>Abstract: "I need to transform X into Y" → Focus on intent</a:t>
            </a:r>
          </a:p>
          <a:p>
            <a:pPr marL="365760" indent="-182880" algn="l">
              <a:buChar char="•"/>
            </a:pPr>
            <a:r>
              <a:t>"It's like I was driving a race car in first gear the whole time."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A774582-EDD4-AA3F-C307-CFA57D569FAF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fld id="{86CB4B4D-7CA3-9044-876B-883B54F8677D}" type="slidenum">
              <a:rPr lang="en-US" smtClean="0"/>
              <a:t>2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>
            <a:extLst>
              <a:ext uri="{FF2B5EF4-FFF2-40B4-BE49-F238E27FC236}">
                <a16:creationId xmlns:a16="http://schemas.microsoft.com/office/drawing/2014/main" id="{25F129FC-6483-2679-A548-5A45339B19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>
              <a:buNone/>
            </a:pPr>
            <a:r>
              <a:rPr b="1" sz="2400"/>
              <a:t>Every CLAUDE.md update compounds your efficiency gains.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D13FB3D-A019-CA34-64A7-F5D0E6BC66D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lnSpcReduction="10000"/>
          </a:bodyPr>
          <a:lstStyle/>
          <a:p>
            <a:pPr marL="365760" indent="-18288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SzPct val="100000"/>
              <a:buChar char="•"/>
            </a:pPr>
            <a:r>
              <a:t>Session 1: Write CLAUDE.md with basic project context</a:t>
            </a:r>
          </a:p>
          <a:p>
            <a:pPr lvl="1" marL="731520" indent="-182880" algn="l">
              <a:buChar char="•"/>
            </a:pPr>
            <a:r>
              <a:t>Session 5: Add common commands, conventions, warnings</a:t>
            </a:r>
          </a:p>
          <a:p>
            <a:pPr lvl="1" marL="731520" indent="-182880" algn="l">
              <a:buChar char="•"/>
            </a:pPr>
            <a:r>
              <a:t>Session 20: Refined skills, custom hooks, team patterns</a:t>
            </a:r>
          </a:p>
          <a:p>
            <a:pPr lvl="1" marL="731520" indent="-182880" algn="l">
              <a:buChar char="•"/>
            </a:pPr>
            <a:r>
              <a:t>Session 100: Agent works like a trained team member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A774582-EDD4-AA3F-C307-CFA57D569FAF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fld id="{86CB4B4D-7CA3-9044-876B-883B54F8677D}" type="slidenum">
              <a:rPr lang="en-US" smtClean="0"/>
              <a:t>2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>
            <a:extLst>
              <a:ext uri="{FF2B5EF4-FFF2-40B4-BE49-F238E27FC236}">
                <a16:creationId xmlns:a16="http://schemas.microsoft.com/office/drawing/2014/main" id="{25F129FC-6483-2679-A548-5A45339B19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>
              <a:buNone/>
            </a:pPr>
            <a:r>
              <a:rPr b="1" sz="2400"/>
              <a:t>Claude Code is a general agent, not just a coding tool.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D13FB3D-A019-CA34-64A7-F5D0E6BC66D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lnSpcReduction="10000"/>
          </a:bodyPr>
          <a:lstStyle/>
          <a:p>
            <a:pPr marL="365760" indent="-18288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SzPct val="100000"/>
              <a:buChar char="•"/>
            </a:pPr>
            <a:r>
              <a:t>February 2025: Launch as CLI research preview</a:t>
            </a:r>
          </a:p>
          <a:p>
            <a:pPr marL="365760" indent="-182880" algn="l">
              <a:buChar char="•"/>
            </a:pPr>
            <a:r>
              <a:t>October 2025: Web launch on claude.ai</a:t>
            </a:r>
          </a:p>
          <a:p>
            <a:pPr marL="365760" indent="-182880" algn="l">
              <a:buChar char="•"/>
            </a:pPr>
            <a:r>
              <a:t>November 2025: $1B revenue run-rate</a:t>
            </a:r>
          </a:p>
          <a:p>
            <a:pPr marL="365760" indent="-182880" algn="l">
              <a:buChar char="•"/>
            </a:pPr>
            <a:r>
              <a:t>January 2026: Multi-agent infrastructure (v2.1.0)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A774582-EDD4-AA3F-C307-CFA57D569FAF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fld id="{86CB4B4D-7CA3-9044-876B-883B54F8677D}" type="slidenum">
              <a:rPr lang="en-US" smtClean="0"/>
              <a:t>2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>
            <a:extLst>
              <a:ext uri="{FF2B5EF4-FFF2-40B4-BE49-F238E27FC236}">
                <a16:creationId xmlns:a16="http://schemas.microsoft.com/office/drawing/2014/main" id="{25F129FC-6483-2679-A548-5A45339B19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>
              <a:buNone/>
            </a:pPr>
            <a:r>
              <a:rPr b="1" sz="2400"/>
              <a:t>Claude Code automates anything you can type into a computer.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D13FB3D-A019-CA34-64A7-F5D0E6BC66D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lnSpcReduction="10000"/>
          </a:bodyPr>
          <a:lstStyle/>
          <a:p>
            <a:pPr marL="365760" indent="-18288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SzPct val="100000"/>
              <a:buChar char="•"/>
            </a:pPr>
            <a:r>
              <a:t>File system access (read, write, edit)</a:t>
            </a:r>
          </a:p>
          <a:p>
            <a:pPr marL="365760" indent="-182880" algn="l">
              <a:buChar char="•"/>
            </a:pPr>
            <a:r>
              <a:t>Command execution (shell access)</a:t>
            </a:r>
          </a:p>
          <a:p>
            <a:pPr marL="365760" indent="-182880" algn="l">
              <a:buChar char="•"/>
            </a:pPr>
            <a:r>
              <a:t>Context awareness (understands project structure)</a:t>
            </a:r>
          </a:p>
          <a:p>
            <a:pPr marL="365760" indent="-182880" algn="l">
              <a:buChar char="•"/>
            </a:pPr>
            <a:r>
              <a:t>Autonomous operation (minimal supervision)</a:t>
            </a:r>
          </a:p>
          <a:p>
            <a:pPr marL="365760" indent="-182880" algn="l">
              <a:buChar char="•"/>
            </a:pPr>
            <a:r>
              <a:t>"Agents are tools in a loop" — Simon Willison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A774582-EDD4-AA3F-C307-CFA57D569FAF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fld id="{86CB4B4D-7CA3-9044-876B-883B54F8677D}" type="slidenum">
              <a:rPr lang="en-US" smtClean="0"/>
              <a:t>2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>
            <a:extLst>
              <a:ext uri="{FF2B5EF4-FFF2-40B4-BE49-F238E27FC236}">
                <a16:creationId xmlns:a16="http://schemas.microsoft.com/office/drawing/2014/main" id="{25F129FC-6483-2679-A548-5A45339B19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>
              <a:buNone/>
            </a:pPr>
            <a:r>
              <a:rPr b="1" sz="2200"/>
              <a:t>Claude Code is an LLM with permission to access a file system.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D13FB3D-A019-CA34-64A7-F5D0E6BC66D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lnSpcReduction="10000"/>
          </a:bodyPr>
          <a:lstStyle/>
          <a:p>
            <a:pPr marL="365760" indent="-18288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SzPct val="100000"/>
              <a:buChar char="•"/>
            </a:pPr>
            <a:r>
              <a:t>Web Chatbot: Stateless conversations, copy-paste snippets</a:t>
            </a:r>
          </a:p>
          <a:p>
            <a:pPr marL="365760" indent="-182880" algn="l">
              <a:buChar char="•"/>
            </a:pPr>
            <a:r>
              <a:t>Claude Code: Persistent filesystem access, direct file read/write</a:t>
            </a:r>
          </a:p>
          <a:p>
            <a:pPr marL="365760" indent="-182880" algn="l">
              <a:buChar char="•"/>
            </a:pPr>
            <a:r>
              <a:t>Web Chatbot: Describe your environment, human executes commands</a:t>
            </a:r>
          </a:p>
          <a:p>
            <a:pPr marL="365760" indent="-182880" algn="l">
              <a:buChar char="•"/>
            </a:pPr>
            <a:r>
              <a:t>Claude Code: Agent explores and executes autonomously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A774582-EDD4-AA3F-C307-CFA57D569FAF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fld id="{86CB4B4D-7CA3-9044-876B-883B54F8677D}" type="slidenum">
              <a:rPr lang="en-US" smtClean="0"/>
              <a:t>2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>
            <a:extLst>
              <a:ext uri="{FF2B5EF4-FFF2-40B4-BE49-F238E27FC236}">
                <a16:creationId xmlns:a16="http://schemas.microsoft.com/office/drawing/2014/main" id="{25F129FC-6483-2679-A548-5A45339B19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>
              <a:buNone/>
            </a:pPr>
            <a:r>
              <a:rPr b="1" sz="2400"/>
              <a:t>Claude Code's power comes from its simplicity.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D13FB3D-A019-CA34-64A7-F5D0E6BC66D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lnSpcReduction="10000"/>
          </a:bodyPr>
          <a:lstStyle/>
          <a:p>
            <a:pPr marL="365760" indent="-18288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SzPct val="100000"/>
              <a:buChar char="•"/>
            </a:pPr>
            <a:r>
              <a:t>No heavyweight protocols needed</a:t>
            </a:r>
          </a:p>
          <a:p>
            <a:pPr marL="365760" indent="-182880" algn="l">
              <a:buChar char="•"/>
            </a:pPr>
            <a:r>
              <a:t>Skills are just markdown files the agent reads</a:t>
            </a:r>
          </a:p>
          <a:p>
            <a:pPr marL="365760" indent="-182880" algn="l">
              <a:buChar char="•"/>
            </a:pPr>
            <a:r>
              <a:t>Four tools (read, write, edit, bash) outperform complex ecosystems</a:t>
            </a:r>
          </a:p>
          <a:p>
            <a:pPr marL="365760" indent="-182880" algn="l">
              <a:buChar char="•"/>
            </a:pPr>
            <a:r>
              <a:t>Outsources hard parts to the LLM harness and computer environment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A774582-EDD4-AA3F-C307-CFA57D569FAF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fld id="{86CB4B4D-7CA3-9044-876B-883B54F8677D}" type="slidenum">
              <a:rPr lang="en-US" smtClean="0"/>
              <a:t>2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>
            <a:extLst>
              <a:ext uri="{FF2B5EF4-FFF2-40B4-BE49-F238E27FC236}">
                <a16:creationId xmlns:a16="http://schemas.microsoft.com/office/drawing/2014/main" id="{25F129FC-6483-2679-A548-5A45339B19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>
              <a:buNone/>
            </a:pPr>
            <a:r>
              <a:rPr b="1" sz="2200"/>
              <a:t>Transformers have a hard context limit due to O(N²) complexity.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D13FB3D-A019-CA34-64A7-F5D0E6BC66D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lnSpcReduction="10000"/>
          </a:bodyPr>
          <a:lstStyle/>
          <a:p>
            <a:pPr marL="365760" indent="-18288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SzPct val="100000"/>
              <a:buChar char="•"/>
            </a:pPr>
            <a:r>
              <a:t>Attention mechanism scales quadratically with sequence length</a:t>
            </a:r>
          </a:p>
          <a:p>
            <a:pPr marL="365760" indent="-182880" algn="l">
              <a:buChar char="•"/>
            </a:pPr>
            <a:r>
              <a:t>Context window is a hard limit on what the model can "see"</a:t>
            </a:r>
          </a:p>
          <a:p>
            <a:pPr marL="365760" indent="-182880" algn="l">
              <a:buChar char="•"/>
            </a:pPr>
            <a:r>
              <a:t>Everything the model knows about your task must fit in this window</a:t>
            </a:r>
          </a:p>
          <a:p>
            <a:pPr marL="365760" indent="-182880" algn="l">
              <a:buChar char="•"/>
            </a:pPr>
            <a:r>
              <a:t>Wasted tokens = reduced capability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A774582-EDD4-AA3F-C307-CFA57D569FAF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fld id="{86CB4B4D-7CA3-9044-876B-883B54F8677D}" type="slidenum">
              <a:rPr lang="en-US" smtClean="0"/>
              <a:t>2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>
            <a:extLst>
              <a:ext uri="{FF2B5EF4-FFF2-40B4-BE49-F238E27FC236}">
                <a16:creationId xmlns:a16="http://schemas.microsoft.com/office/drawing/2014/main" id="{25F129FC-6483-2679-A548-5A45339B19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>
              <a:buNone/>
            </a:pPr>
            <a:r>
              <a:rPr b="1" sz="2400"/>
              <a:t>Context engineering is the fundamental skill for agent work.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D13FB3D-A019-CA34-64A7-F5D0E6BC66D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lnSpcReduction="10000"/>
          </a:bodyPr>
          <a:lstStyle/>
          <a:p>
            <a:pPr marL="365760" indent="-18288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SzPct val="100000"/>
              <a:buChar char="•"/>
            </a:pPr>
            <a:r>
              <a:t>Minimal system prompts: &lt;1,000 tokens vs competitors' 10,000+</a:t>
            </a:r>
          </a:p>
          <a:p>
            <a:pPr marL="365760" indent="-182880" algn="l">
              <a:buChar char="•"/>
            </a:pPr>
            <a:r>
              <a:t>File-based planning: External markdown preserves info across sessions</a:t>
            </a:r>
          </a:p>
          <a:p>
            <a:pPr marL="365760" indent="-182880" algn="l">
              <a:buChar char="•"/>
            </a:pPr>
            <a:r>
              <a:t>Progressive disclosure: Load tool docs only when needed</a:t>
            </a:r>
          </a:p>
          <a:p>
            <a:pPr marL="365760" indent="-182880" algn="l">
              <a:buChar char="•"/>
            </a:pPr>
            <a:r>
              <a:t>Pre-session artifacts: Research sessions → implementation sessions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A774582-EDD4-AA3F-C307-CFA57D569FAF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fld id="{86CB4B4D-7CA3-9044-876B-883B54F8677D}" type="slidenum">
              <a:rPr lang="en-US" smtClean="0"/>
              <a:t>2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>
            <a:extLst>
              <a:ext uri="{FF2B5EF4-FFF2-40B4-BE49-F238E27FC236}">
                <a16:creationId xmlns:a16="http://schemas.microsoft.com/office/drawing/2014/main" id="{25F129FC-6483-2679-A548-5A45339B19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>
              <a:buNone/>
            </a:pPr>
            <a:r>
              <a:rPr b="1" sz="2200"/>
              <a:t>The /status command lets you monitor context usage in real-time.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D13FB3D-A019-CA34-64A7-F5D0E6BC66D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lnSpcReduction="10000"/>
          </a:bodyPr>
          <a:lstStyle/>
          <a:p>
            <a:pPr marL="365760" indent="-18288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SzPct val="100000"/>
              <a:buChar char="•"/>
            </a:pPr>
            <a:r>
              <a:t>Current session: percentage of context window used</a:t>
            </a:r>
          </a:p>
          <a:p>
            <a:pPr marL="365760" indent="-182880" algn="l">
              <a:buChar char="•"/>
            </a:pPr>
            <a:r>
              <a:t>Session reset: when the 5-hour window resets</a:t>
            </a:r>
          </a:p>
          <a:p>
            <a:pPr marL="365760" indent="-182880" algn="l">
              <a:buChar char="•"/>
            </a:pPr>
            <a:r>
              <a:t>Weekly usage across Opus and Sonnet models</a:t>
            </a:r>
          </a:p>
          <a:p>
            <a:pPr marL="365760" indent="-182880" algn="l">
              <a:buChar char="•"/>
            </a:pPr>
            <a:r>
              <a:t>Demo the /status command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A774582-EDD4-AA3F-C307-CFA57D569FAF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fld id="{86CB4B4D-7CA3-9044-876B-883B54F8677D}" type="slidenum">
              <a:rPr lang="en-US" smtClean="0"/>
              <a:t>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>
            <a:extLst>
              <a:ext uri="{FF2B5EF4-FFF2-40B4-BE49-F238E27FC236}">
                <a16:creationId xmlns:a16="http://schemas.microsoft.com/office/drawing/2014/main" id="{25F129FC-6483-2679-A548-5A45339B19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>
              <a:buNone/>
            </a:pPr>
            <a:r>
              <a:rPr b="1" sz="2400"/>
              <a:t>Subagents spawn fresh context windows for parallel tasks.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D13FB3D-A019-CA34-64A7-F5D0E6BC66D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lnSpcReduction="10000"/>
          </a:bodyPr>
          <a:lstStyle/>
          <a:p>
            <a:pPr marL="365760" indent="-18288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SzPct val="100000"/>
              <a:buChar char="•"/>
            </a:pPr>
            <a:r>
              <a:t>Each subagent gets its own fresh context window</a:t>
            </a:r>
          </a:p>
          <a:p>
            <a:pPr marL="365760" indent="-182880" algn="l">
              <a:buChar char="•"/>
            </a:pPr>
            <a:r>
              <a:t>Example: 36 files ÷ 3 subagents = 12 files each</a:t>
            </a:r>
          </a:p>
          <a:p>
            <a:pPr marL="365760" indent="-182880" algn="l">
              <a:buChar char="•"/>
            </a:pPr>
            <a:r>
              <a:t>Prevents main agent from sequential overload</a:t>
            </a:r>
          </a:p>
          <a:p>
            <a:pPr marL="365760" indent="-182880" algn="l">
              <a:buChar char="•"/>
            </a:pPr>
            <a:r>
              <a:t>Enables parallel processing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A774582-EDD4-AA3F-C307-CFA57D569FAF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fld id="{86CB4B4D-7CA3-9044-876B-883B54F8677D}" type="slidenum">
              <a:rPr lang="en-US" smtClean="0"/>
              <a:t>2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>
            <a:extLst>
              <a:ext uri="{FF2B5EF4-FFF2-40B4-BE49-F238E27FC236}">
                <a16:creationId xmlns:a16="http://schemas.microsoft.com/office/drawing/2014/main" id="{25F129FC-6483-2679-A548-5A45339B19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>
              <a:buNone/>
            </a:pPr>
            <a:r>
              <a:rPr b="1" sz="2400"/>
              <a:t>A taxonomy of agentic patterns has emerged from practice.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D13FB3D-A019-CA34-64A7-F5D0E6BC66D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lnSpcReduction="10000"/>
          </a:bodyPr>
          <a:lstStyle/>
          <a:p>
            <a:pPr marL="365760" indent="-18288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SzPct val="100000"/>
              <a:buChar char="•"/>
            </a:pPr>
            <a:r>
              <a:t>Context &amp; Memory: Context-minimization, dynamic injection</a:t>
            </a:r>
          </a:p>
          <a:p>
            <a:pPr marL="365760" indent="-182880" algn="l">
              <a:buChar char="•"/>
            </a:pPr>
            <a:r>
              <a:t>Feedback Loops: Self-critique, reflection, spec-as-test</a:t>
            </a:r>
          </a:p>
          <a:p>
            <a:pPr marL="365760" indent="-182880" algn="l">
              <a:buChar char="•"/>
            </a:pPr>
            <a:r>
              <a:t>Orchestration: Plan-then-execute, phase separation</a:t>
            </a:r>
          </a:p>
          <a:p>
            <a:pPr marL="365760" indent="-182880" algn="l">
              <a:buChar char="•"/>
            </a:pPr>
            <a:r>
              <a:t>Tool Use: CLI-first, code-over-API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A774582-EDD4-AA3F-C307-CFA57D569FAF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fld id="{86CB4B4D-7CA3-9044-876B-883B54F8677D}" type="slidenum">
              <a:rPr lang="en-US" smtClean="0"/>
              <a:t>2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>
            <a:extLst>
              <a:ext uri="{FF2B5EF4-FFF2-40B4-BE49-F238E27FC236}">
                <a16:creationId xmlns:a16="http://schemas.microsoft.com/office/drawing/2014/main" id="{25F129FC-6483-2679-A548-5A45339B19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>
              <a:buNone/>
            </a:pPr>
            <a:r>
              <a:rPr b="1" sz="2400"/>
              <a:t>Skills are markdown files that Claude loads on demand.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D13FB3D-A019-CA34-64A7-F5D0E6BC66D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lnSpcReduction="10000"/>
          </a:bodyPr>
          <a:lstStyle/>
          <a:p>
            <a:pPr marL="365760" indent="-18288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SzPct val="100000"/>
              <a:buChar char="•"/>
            </a:pPr>
            <a:r>
              <a:t>Just markdown files with YAML metadata</a:t>
            </a:r>
          </a:p>
          <a:p>
            <a:pPr marL="365760" indent="-182880" algn="l">
              <a:buChar char="•"/>
            </a:pPr>
            <a:r>
              <a:t>Brief summaries scanned before full load</a:t>
            </a:r>
          </a:p>
          <a:p>
            <a:pPr marL="365760" indent="-182880" algn="l">
              <a:buChar char="•"/>
            </a:pPr>
            <a:r>
              <a:t>Shareable across models and tools</a:t>
            </a:r>
          </a:p>
          <a:p>
            <a:pPr marL="365760" indent="-182880" algn="l">
              <a:buChar char="•"/>
            </a:pPr>
            <a:r>
              <a:t>No heavyweight protocols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A774582-EDD4-AA3F-C307-CFA57D569FAF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fld id="{86CB4B4D-7CA3-9044-876B-883B54F8677D}" type="slidenum">
              <a:rPr lang="en-US" smtClean="0"/>
              <a:t>2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>
            <a:extLst>
              <a:ext uri="{FF2B5EF4-FFF2-40B4-BE49-F238E27FC236}">
                <a16:creationId xmlns:a16="http://schemas.microsoft.com/office/drawing/2014/main" id="{25F129FC-6483-2679-A548-5A45339B19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>
              <a:buNone/>
            </a:pPr>
            <a:r>
              <a:rPr b="1" sz="2200"/>
              <a:t>140+ scientific skills cover databases, packages, and integrations.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D13FB3D-A019-CA34-64A7-F5D0E6BC66D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lnSpcReduction="10000"/>
          </a:bodyPr>
          <a:lstStyle/>
          <a:p>
            <a:pPr marL="365760" indent="-18288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SzPct val="100000"/>
              <a:buChar char="•"/>
            </a:pPr>
            <a:r>
              <a:t>28+ Scientific databases (OpenAlex, PubMed, ChEMBL, UniProt)</a:t>
            </a:r>
          </a:p>
          <a:p>
            <a:pPr marL="365760" indent="-182880" algn="l">
              <a:buChar char="•"/>
            </a:pPr>
            <a:r>
              <a:t>55+ Python packages (RDKit, Scanpy, PyTorch)</a:t>
            </a:r>
          </a:p>
          <a:p>
            <a:pPr marL="365760" indent="-182880" algn="l">
              <a:buChar char="•"/>
            </a:pPr>
            <a:r>
              <a:t>15+ Scientific integrations (Benchling, DNAnexus)</a:t>
            </a:r>
          </a:p>
          <a:p>
            <a:pPr marL="365760" indent="-182880" algn="l">
              <a:buChar char="•"/>
            </a:pPr>
            <a:r>
              <a:t>Categories: Bioinformatics, Cheminformatics, Clinical Research, ML/AI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A774582-EDD4-AA3F-C307-CFA57D569FAF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fld id="{86CB4B4D-7CA3-9044-876B-883B54F8677D}" type="slidenum">
              <a:rPr lang="en-US" smtClean="0"/>
              <a:t>2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>
            <a:extLst>
              <a:ext uri="{FF2B5EF4-FFF2-40B4-BE49-F238E27FC236}">
                <a16:creationId xmlns:a16="http://schemas.microsoft.com/office/drawing/2014/main" id="{25F129FC-6483-2679-A548-5A45339B19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>
              <a:buNone/>
            </a:pPr>
            <a:r>
              <a:rPr b="1" sz="2200"/>
              <a:t>MCP servers can waste 7-9% of context window on unused tools.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D13FB3D-A019-CA34-64A7-F5D0E6BC66D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lnSpcReduction="10000"/>
          </a:bodyPr>
          <a:lstStyle/>
          <a:p>
            <a:pPr marL="365760" indent="-18288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SzPct val="100000"/>
              <a:buChar char="•"/>
            </a:pPr>
            <a:r>
              <a:t>Anti-MCP: Tools you never use still consume tokens</a:t>
            </a:r>
          </a:p>
          <a:p>
            <a:pPr marL="365760" indent="-182880" algn="l">
              <a:buChar char="•"/>
            </a:pPr>
            <a:r>
              <a:t>Alternative: CLI tools with README loaded on-demand</a:t>
            </a:r>
          </a:p>
          <a:p>
            <a:pPr marL="365760" indent="-182880" algn="l">
              <a:buChar char="•"/>
            </a:pPr>
            <a:r>
              <a:t>Pro-MCP: Convenience of always-available tools</a:t>
            </a:r>
          </a:p>
          <a:p>
            <a:pPr marL="365760" indent="-182880" algn="l">
              <a:buChar char="•"/>
            </a:pPr>
            <a:r>
              <a:t>Trade-off: Convenience vs. context efficiency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A774582-EDD4-AA3F-C307-CFA57D569FAF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fld id="{86CB4B4D-7CA3-9044-876B-883B54F8677D}" type="slidenum">
              <a:rPr lang="en-US" smtClean="0"/>
              <a:t>2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>
            <a:extLst>
              <a:ext uri="{FF2B5EF4-FFF2-40B4-BE49-F238E27FC236}">
                <a16:creationId xmlns:a16="http://schemas.microsoft.com/office/drawing/2014/main" id="{25F129FC-6483-2679-A548-5A45339B19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>
              <a:buNone/>
            </a:pPr>
            <a:r>
              <a:rPr b="1" sz="2200"/>
              <a:t>Git worktree enables running multiple Claude sessions in parallel.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D13FB3D-A019-CA34-64A7-F5D0E6BC66D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lnSpcReduction="10000"/>
          </a:bodyPr>
          <a:lstStyle/>
          <a:p>
            <a:pPr marL="365760" indent="-18288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SzPct val="100000"/>
              <a:buChar char="•"/>
            </a:pPr>
            <a:r>
              <a:t>git worktree add ../feature-auth feature/auth</a:t>
            </a:r>
          </a:p>
          <a:p>
            <a:pPr marL="365760" indent="-182880" algn="l">
              <a:buChar char="•"/>
            </a:pPr>
            <a:r>
              <a:t>git worktree add ../feature-api feature/api</a:t>
            </a:r>
          </a:p>
          <a:p>
            <a:pPr marL="365760" indent="-182880" algn="l">
              <a:buChar char="•"/>
            </a:pPr>
            <a:r>
              <a:t>Run Claude Code in each (separate terminals)</a:t>
            </a:r>
          </a:p>
          <a:p>
            <a:pPr marL="365760" indent="-182880" algn="l">
              <a:buChar char="•"/>
            </a:pPr>
            <a:r>
              <a:t>Boris Cherny (Claude Code creator) runs 5 Claudes in parallel!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A774582-EDD4-AA3F-C307-CFA57D569FAF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fld id="{86CB4B4D-7CA3-9044-876B-883B54F8677D}" type="slidenum">
              <a:rPr lang="en-US" smtClean="0"/>
              <a:t>2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>
            <a:extLst>
              <a:ext uri="{FF2B5EF4-FFF2-40B4-BE49-F238E27FC236}">
                <a16:creationId xmlns:a16="http://schemas.microsoft.com/office/drawing/2014/main" id="{25F129FC-6483-2679-A548-5A45339B19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>
              <a:buNone/>
            </a:pPr>
            <a:r>
              <a:rPr b="1" sz="2200"/>
              <a:t>Workflow, context, and parallelization are the efficiency pillars.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D13FB3D-A019-CA34-64A7-F5D0E6BC66D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lnSpcReduction="10000"/>
          </a:bodyPr>
          <a:lstStyle/>
          <a:p>
            <a:pPr marL="365760" indent="-18288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SzPct val="100000"/>
              <a:buChar char="•"/>
            </a:pPr>
            <a:r>
              <a:t>1. Workflow Design: Define what agents should do</a:t>
            </a:r>
          </a:p>
          <a:p>
            <a:pPr marL="365760" indent="-182880" algn="l">
              <a:buChar char="•"/>
            </a:pPr>
            <a:r>
              <a:t>2. Context Engineering: Optimize what agents can see</a:t>
            </a:r>
          </a:p>
          <a:p>
            <a:pPr marL="365760" indent="-182880" algn="l">
              <a:buChar char="•"/>
            </a:pPr>
            <a:r>
              <a:t>3. Parallelization: Scale by running multiple agents</a:t>
            </a:r>
          </a:p>
          <a:p>
            <a:pPr marL="365760" indent="-182880" algn="l">
              <a:buChar char="•"/>
            </a:pPr>
            <a:r>
              <a:t>Once you trust the workflow, multiplying it becomes obvious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A774582-EDD4-AA3F-C307-CFA57D569FAF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fld id="{86CB4B4D-7CA3-9044-876B-883B54F8677D}" type="slidenum">
              <a:rPr lang="en-US" smtClean="0"/>
              <a:t>2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>
            <a:extLst>
              <a:ext uri="{FF2B5EF4-FFF2-40B4-BE49-F238E27FC236}">
                <a16:creationId xmlns:a16="http://schemas.microsoft.com/office/drawing/2014/main" id="{25F129FC-6483-2679-A548-5A45339B19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>
              <a:buNone/>
            </a:pPr>
            <a:r>
              <a:rPr b="1" sz="2400"/>
              <a:t>Getting started requires one npm install and authentication.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D13FB3D-A019-CA34-64A7-F5D0E6BC66D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lnSpcReduction="10000"/>
          </a:bodyPr>
          <a:lstStyle/>
          <a:p>
            <a:pPr marL="365760" indent="-18288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SzPct val="100000"/>
              <a:buChar char="•"/>
            </a:pPr>
            <a:r>
              <a:t>npm install -g @anthropic-ai/claude-code</a:t>
            </a:r>
          </a:p>
          <a:p>
            <a:pPr marL="365760" indent="-182880" algn="l">
              <a:buChar char="•"/>
            </a:pPr>
            <a:r>
              <a:t>claude --version</a:t>
            </a:r>
          </a:p>
          <a:p>
            <a:pPr marL="365760" indent="-182880" algn="l">
              <a:buChar char="•"/>
            </a:pPr>
            <a:r>
              <a:t>cd your-project &amp;&amp; claude</a:t>
            </a:r>
          </a:p>
          <a:p>
            <a:pPr marL="365760" indent="-182880" algn="l">
              <a:buChar char="•"/>
            </a:pPr>
            <a:r>
              <a:t>First run: authenticate, create ~/.claude/, optionally run /init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A774582-EDD4-AA3F-C307-CFA57D569FAF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fld id="{86CB4B4D-7CA3-9044-876B-883B54F8677D}" type="slidenum">
              <a:rPr lang="en-US" smtClean="0"/>
              <a:t>2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>
            <a:extLst>
              <a:ext uri="{FF2B5EF4-FFF2-40B4-BE49-F238E27FC236}">
                <a16:creationId xmlns:a16="http://schemas.microsoft.com/office/drawing/2014/main" id="{25F129FC-6483-2679-A548-5A45339B19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>
              <a:buNone/>
            </a:pPr>
            <a:r>
              <a:rPr b="1" sz="2400"/>
              <a:t>Subscription plans range from $20 to $200/month.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D13FB3D-A019-CA34-64A7-F5D0E6BC66D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lnSpcReduction="10000"/>
          </a:bodyPr>
          <a:lstStyle/>
          <a:p>
            <a:pPr marL="365760" indent="-18288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SzPct val="100000"/>
              <a:buChar char="•"/>
            </a:pPr>
            <a:r>
              <a:t>Pro: $20/month — Light usage, small repos</a:t>
            </a:r>
          </a:p>
          <a:p>
            <a:pPr marL="365760" indent="-182880" algn="l">
              <a:buChar char="•"/>
            </a:pPr>
            <a:r>
              <a:t>Max 5x: $100/month — Moderate usage, larger repos</a:t>
            </a:r>
          </a:p>
          <a:p>
            <a:pPr marL="365760" indent="-182880" algn="l">
              <a:buChar char="•"/>
            </a:pPr>
            <a:r>
              <a:t>Max 20x: $200/month — Heavy usage, complex projects</a:t>
            </a:r>
          </a:p>
          <a:p>
            <a:pPr marL="365760" indent="-182880" algn="l">
              <a:buChar char="•"/>
            </a:pPr>
            <a:r>
              <a:t>Usage shared across Claude web, desktop, and Code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A774582-EDD4-AA3F-C307-CFA57D569FAF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fld id="{86CB4B4D-7CA3-9044-876B-883B54F8677D}" type="slidenum">
              <a:rPr lang="en-US" smtClean="0"/>
              <a:t>2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>
            <a:extLst>
              <a:ext uri="{FF2B5EF4-FFF2-40B4-BE49-F238E27FC236}">
                <a16:creationId xmlns:a16="http://schemas.microsoft.com/office/drawing/2014/main" id="{25F129FC-6483-2679-A548-5A45339B19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>
              <a:buNone/>
            </a:pPr>
            <a:r>
              <a:rPr b="1" sz="2400"/>
              <a:t>A customizable statusline displays model, cost, and tokens.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D13FB3D-A019-CA34-64A7-F5D0E6BC66D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lnSpcReduction="10000"/>
          </a:bodyPr>
          <a:lstStyle/>
          <a:p>
            <a:pPr marL="365760" indent="-18288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SzPct val="100000"/>
              <a:buChar char="•"/>
            </a:pPr>
            <a:r>
              <a:t>model.display_name: Current model</a:t>
            </a:r>
          </a:p>
          <a:p>
            <a:pPr marL="365760" indent="-182880" algn="l">
              <a:buChar char="•"/>
            </a:pPr>
            <a:r>
              <a:t>tokens.input / tokens.output: Token counts</a:t>
            </a:r>
          </a:p>
          <a:p>
            <a:pPr marL="365760" indent="-182880" algn="l">
              <a:buChar char="•"/>
            </a:pPr>
            <a:r>
              <a:t>cost.current / cost.total: Cost tracking</a:t>
            </a:r>
          </a:p>
          <a:p>
            <a:pPr marL="365760" indent="-182880" algn="l">
              <a:buChar char="•"/>
            </a:pPr>
            <a:r>
              <a:t>Setup: /statusline show the model name and context usage percentage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A774582-EDD4-AA3F-C307-CFA57D569FAF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fld id="{86CB4B4D-7CA3-9044-876B-883B54F8677D}" type="slidenum">
              <a:rPr lang="en-US" smtClean="0"/>
              <a:t>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>
            <a:extLst>
              <a:ext uri="{FF2B5EF4-FFF2-40B4-BE49-F238E27FC236}">
                <a16:creationId xmlns:a16="http://schemas.microsoft.com/office/drawing/2014/main" id="{25F129FC-6483-2679-A548-5A45339B19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>
              <a:buNone/>
            </a:pPr>
            <a:r>
              <a:rPr b="1" sz="2400"/>
              <a:t>The /status command shows session info, config, and usage.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D13FB3D-A019-CA34-64A7-F5D0E6BC66D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lnSpcReduction="10000"/>
          </a:bodyPr>
          <a:lstStyle/>
          <a:p>
            <a:pPr marL="365760" indent="-18288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SzPct val="100000"/>
              <a:buChar char="•"/>
            </a:pPr>
            <a:r>
              <a:t>Status: Version, session ID, model, MCP servers, memory</a:t>
            </a:r>
          </a:p>
          <a:p>
            <a:pPr marL="365760" indent="-182880" algn="l">
              <a:buChar char="•"/>
            </a:pPr>
            <a:r>
              <a:t>Config: Preferences, theme, checkpoints</a:t>
            </a:r>
          </a:p>
          <a:p>
            <a:pPr marL="365760" indent="-182880" algn="l">
              <a:buChar char="•"/>
            </a:pPr>
            <a:r>
              <a:t>Usage: Context percentage, weekly limits</a:t>
            </a:r>
          </a:p>
          <a:p>
            <a:pPr marL="365760" indent="-182880" algn="l">
              <a:buChar char="•"/>
            </a:pPr>
            <a:r>
              <a:t>Demo switching between tabs with Tab key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A774582-EDD4-AA3F-C307-CFA57D569FAF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fld id="{86CB4B4D-7CA3-9044-876B-883B54F8677D}" type="slidenum">
              <a:rPr lang="en-US" smtClean="0"/>
              <a:t>2</a:t>
            </a:fld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>
            <a:extLst>
              <a:ext uri="{FF2B5EF4-FFF2-40B4-BE49-F238E27FC236}">
                <a16:creationId xmlns:a16="http://schemas.microsoft.com/office/drawing/2014/main" id="{25F129FC-6483-2679-A548-5A45339B19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>
              <a:buNone/>
            </a:pPr>
            <a:r>
              <a:rPr b="1" sz="2400"/>
              <a:t>CLAUDE.md gives Claude persistent project-specific context.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D13FB3D-A019-CA34-64A7-F5D0E6BC66D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lnSpcReduction="10000"/>
          </a:bodyPr>
          <a:lstStyle/>
          <a:p>
            <a:pPr marL="365760" indent="-18288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SzPct val="100000"/>
              <a:buChar char="•"/>
            </a:pPr>
            <a:r>
              <a:t># Project Name, ## Tech Stack, ## Commands, ## Conventions</a:t>
            </a:r>
          </a:p>
          <a:p>
            <a:pPr lvl="1" marL="731520" indent="-182880" algn="l">
              <a:buChar char="•"/>
            </a:pPr>
            <a:r>
              <a:t>Example: Python 3.11, FastAPI, PostgreSQL</a:t>
            </a:r>
          </a:p>
          <a:p>
            <a:pPr lvl="1" marL="731520" indent="-182880" algn="l">
              <a:buChar char="•"/>
            </a:pPr>
            <a:r>
              <a:t>Example: pytest tests/, uvicorn main:app --reload</a:t>
            </a:r>
          </a:p>
          <a:p>
            <a:pPr marL="365760" indent="-182880" algn="l">
              <a:buChar char="•"/>
            </a:pPr>
            <a:r>
              <a:t>Hierarchy: ~/.claude/ → parent → project → subdirectory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A774582-EDD4-AA3F-C307-CFA57D569FAF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fld id="{86CB4B4D-7CA3-9044-876B-883B54F8677D}" type="slidenum">
              <a:rPr lang="en-US" smtClean="0"/>
              <a:t>2</a:t>
            </a:fld>
            <a:endParaRPr 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>
            <a:extLst>
              <a:ext uri="{FF2B5EF4-FFF2-40B4-BE49-F238E27FC236}">
                <a16:creationId xmlns:a16="http://schemas.microsoft.com/office/drawing/2014/main" id="{25F129FC-6483-2679-A548-5A45339B19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>
              <a:buNone/>
            </a:pPr>
            <a:r>
              <a:rPr b="1" sz="2400"/>
              <a:t>Four permission modes balance control and convenience.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D13FB3D-A019-CA34-64A7-F5D0E6BC66D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lnSpcReduction="10000"/>
          </a:bodyPr>
          <a:lstStyle/>
          <a:p>
            <a:pPr marL="365760" indent="-18288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SzPct val="100000"/>
              <a:buChar char="•"/>
            </a:pPr>
            <a:r>
              <a:t>default: Prompts for first use of each tool</a:t>
            </a:r>
          </a:p>
          <a:p>
            <a:pPr marL="365760" indent="-182880" algn="l">
              <a:buChar char="•"/>
            </a:pPr>
            <a:r>
              <a:t>acceptEdits: Auto-accepts file edits for session</a:t>
            </a:r>
          </a:p>
          <a:p>
            <a:pPr marL="365760" indent="-182880" algn="l">
              <a:buChar char="•"/>
            </a:pPr>
            <a:r>
              <a:t>plan: Read-only analysis, no modifications</a:t>
            </a:r>
          </a:p>
          <a:p>
            <a:pPr marL="365760" indent="-182880" algn="l">
              <a:buChar char="•"/>
            </a:pPr>
            <a:r>
              <a:t>bypassPermissions: Skips all prompts (safe environment only)</a:t>
            </a:r>
          </a:p>
          <a:p>
            <a:pPr marL="365760" indent="-182880" algn="l">
              <a:buChar char="•"/>
            </a:pPr>
            <a:r>
              <a:t>Switch with Shift+Tab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A774582-EDD4-AA3F-C307-CFA57D569FAF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fld id="{86CB4B4D-7CA3-9044-876B-883B54F8677D}" type="slidenum">
              <a:rPr lang="en-US" smtClean="0"/>
              <a:t>2</a:t>
            </a:fld>
            <a:endParaRPr lang="en-U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>
            <a:extLst>
              <a:ext uri="{FF2B5EF4-FFF2-40B4-BE49-F238E27FC236}">
                <a16:creationId xmlns:a16="http://schemas.microsoft.com/office/drawing/2014/main" id="{25F129FC-6483-2679-A548-5A45339B19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>
              <a:buNone/>
            </a:pPr>
            <a:r>
              <a:rPr b="1" sz="2400"/>
              <a:t>Granular allow/deny/ask rules provide fine-grained control.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D13FB3D-A019-CA34-64A7-F5D0E6BC66D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lnSpcReduction="10000"/>
          </a:bodyPr>
          <a:lstStyle/>
          <a:p>
            <a:pPr marL="365760" indent="-18288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SzPct val="100000"/>
              <a:buChar char="•"/>
            </a:pPr>
            <a:r>
              <a:t>allow: ["Bash(npm run test:*)", "Bash(git:*)"]</a:t>
            </a:r>
          </a:p>
          <a:p>
            <a:pPr marL="365760" indent="-182880" algn="l">
              <a:buChar char="•"/>
            </a:pPr>
            <a:r>
              <a:t>deny: ["Read(./.env)", "Read(**/*.key)"]</a:t>
            </a:r>
          </a:p>
          <a:p>
            <a:pPr marL="365760" indent="-182880" algn="l">
              <a:buChar char="•"/>
            </a:pPr>
            <a:r>
              <a:t>ask: ["Bash(git push:*)", "Bash(rm:*)"]</a:t>
            </a:r>
          </a:p>
          <a:p>
            <a:pPr marL="365760" indent="-182880" algn="l">
              <a:buChar char="•"/>
            </a:pPr>
            <a:r>
              <a:t>Evaluation order: deny → allow → ask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A774582-EDD4-AA3F-C307-CFA57D569FAF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fld id="{86CB4B4D-7CA3-9044-876B-883B54F8677D}" type="slidenum">
              <a:rPr lang="en-US" smtClean="0"/>
              <a:t>2</a:t>
            </a:fld>
            <a:endParaRPr lang="en-US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>
            <a:extLst>
              <a:ext uri="{FF2B5EF4-FFF2-40B4-BE49-F238E27FC236}">
                <a16:creationId xmlns:a16="http://schemas.microsoft.com/office/drawing/2014/main" id="{25F129FC-6483-2679-A548-5A45339B19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>
              <a:buNone/>
            </a:pPr>
            <a:r>
              <a:rPr b="1" sz="2200"/>
              <a:t>Hooks let you run custom scripts before and after tool execution.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D13FB3D-A019-CA34-64A7-F5D0E6BC66D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lnSpcReduction="10000"/>
          </a:bodyPr>
          <a:lstStyle/>
          <a:p>
            <a:pPr marL="365760" indent="-18288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SzPct val="100000"/>
              <a:buChar char="•"/>
            </a:pPr>
            <a:r>
              <a:t>PreToolUse: Run validator before Bash commands</a:t>
            </a:r>
          </a:p>
          <a:p>
            <a:pPr marL="365760" indent="-182880" algn="l">
              <a:buChar char="•"/>
            </a:pPr>
            <a:r>
              <a:t>PostToolUse: Run scripts after tool execution</a:t>
            </a:r>
          </a:p>
          <a:p>
            <a:pPr marL="365760" indent="-182880" algn="l">
              <a:buChar char="•"/>
            </a:pPr>
            <a:r>
              <a:t>PermissionRequest: Custom permission logic</a:t>
            </a:r>
          </a:p>
          <a:p>
            <a:pPr marL="365760" indent="-182880" algn="l">
              <a:buChar char="•"/>
            </a:pPr>
            <a:r>
              <a:t>Can block, modify, or auto-approve based on custom logic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A774582-EDD4-AA3F-C307-CFA57D569FAF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fld id="{86CB4B4D-7CA3-9044-876B-883B54F8677D}" type="slidenum">
              <a:rPr lang="en-US" smtClean="0"/>
              <a:t>2</a:t>
            </a:fld>
            <a:endParaRPr lang="en-US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>
            <a:extLst>
              <a:ext uri="{FF2B5EF4-FFF2-40B4-BE49-F238E27FC236}">
                <a16:creationId xmlns:a16="http://schemas.microsoft.com/office/drawing/2014/main" id="{25F129FC-6483-2679-A548-5A45339B19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>
              <a:buNone/>
            </a:pPr>
            <a:r>
              <a:rPr b="1" sz="2200"/>
              <a:t>The "Lethal Trifecta" identifies three data theft risk elements.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D13FB3D-A019-CA34-64A7-F5D0E6BC66D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lnSpcReduction="10000"/>
          </a:bodyPr>
          <a:lstStyle/>
          <a:p>
            <a:pPr marL="365760" indent="-18288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SzPct val="100000"/>
              <a:buChar char="•"/>
            </a:pPr>
            <a:r>
              <a:t>1. Access to private data (env vars, credentials)</a:t>
            </a:r>
          </a:p>
          <a:p>
            <a:pPr marL="365760" indent="-182880" algn="l">
              <a:buChar char="•"/>
            </a:pPr>
            <a:r>
              <a:t>2. Exposure to untrusted content (web pages, user input)</a:t>
            </a:r>
          </a:p>
          <a:p>
            <a:pPr marL="365760" indent="-182880" algn="l">
              <a:buChar char="•"/>
            </a:pPr>
            <a:r>
              <a:t>3. External communication ability (network access)</a:t>
            </a:r>
          </a:p>
          <a:p>
            <a:pPr marL="365760" indent="-182880" algn="l">
              <a:buChar char="•"/>
            </a:pPr>
            <a:r>
              <a:t>"Text into your LLM = full control over what tools it runs"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A774582-EDD4-AA3F-C307-CFA57D569FAF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fld id="{86CB4B4D-7CA3-9044-876B-883B54F8677D}" type="slidenum">
              <a:rPr lang="en-US" smtClean="0"/>
              <a:t>2</a:t>
            </a:fld>
            <a:endParaRPr lang="en-US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>
            <a:extLst>
              <a:ext uri="{FF2B5EF4-FFF2-40B4-BE49-F238E27FC236}">
                <a16:creationId xmlns:a16="http://schemas.microsoft.com/office/drawing/2014/main" id="{25F129FC-6483-2679-A548-5A45339B19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>
              <a:buNone/>
            </a:pPr>
            <a:r>
              <a:rPr b="1" sz="2200"/>
              <a:t>Cursor is an AI assistant; Claude Code is an autonomous agent.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D13FB3D-A019-CA34-64A7-F5D0E6BC66D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lnSpcReduction="10000"/>
          </a:bodyPr>
          <a:lstStyle/>
          <a:p>
            <a:pPr marL="365760" indent="-18288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SzPct val="100000"/>
              <a:buChar char="•"/>
            </a:pPr>
            <a:r>
              <a:t>Paradigm: Cursor = Enhanced IDE, Claude Code = Autonomous Agent</a:t>
            </a:r>
          </a:p>
          <a:p>
            <a:pPr marL="365760" indent="-182880" algn="l">
              <a:buChar char="•"/>
            </a:pPr>
            <a:r>
              <a:t>Interface: Cursor = GUI (VS Code fork), Claude Code = CLI</a:t>
            </a:r>
          </a:p>
          <a:p>
            <a:pPr marL="365760" indent="-182880" algn="l">
              <a:buChar char="•"/>
            </a:pPr>
            <a:r>
              <a:t>Model: Cursor = User-selectable, Claude Code = Claude (optimized)</a:t>
            </a:r>
          </a:p>
          <a:p>
            <a:pPr marL="365760" indent="-182880" algn="l">
              <a:buChar char="•"/>
            </a:pPr>
            <a:r>
              <a:t>Execution: Cursor = User-initiated, Claude Code = Autonomous</a:t>
            </a:r>
          </a:p>
          <a:p>
            <a:pPr marL="365760" indent="-182880" algn="l">
              <a:buChar char="•"/>
            </a:pPr>
            <a:r>
              <a:t>Context: Cursor = IDE-provided, Claude Code = Full filesystem + shell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A774582-EDD4-AA3F-C307-CFA57D569FAF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fld id="{86CB4B4D-7CA3-9044-876B-883B54F8677D}" type="slidenum">
              <a:rPr lang="en-US" smtClean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>
            <a:extLst>
              <a:ext uri="{FF2B5EF4-FFF2-40B4-BE49-F238E27FC236}">
                <a16:creationId xmlns:a16="http://schemas.microsoft.com/office/drawing/2014/main" id="{25F129FC-6483-2679-A548-5A45339B19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>
              <a:buNone/>
            </a:pPr>
            <a:r>
              <a:rPr b="1" sz="2200"/>
              <a:t>Think in files → use Cursor. Think in tasks → use Claude Code.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D13FB3D-A019-CA34-64A7-F5D0E6BC66D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lnSpcReduction="10000"/>
          </a:bodyPr>
          <a:lstStyle/>
          <a:p>
            <a:pPr marL="365760" indent="-18288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SzPct val="100000"/>
              <a:buChar char="•"/>
            </a:pPr>
            <a:r>
              <a:t>Cursor excels at: Quick inline edits, code explanation, GUI preference</a:t>
            </a:r>
          </a:p>
          <a:p>
            <a:pPr marL="365760" indent="-182880" algn="l">
              <a:buChar char="•"/>
            </a:pPr>
            <a:r>
              <a:t>Claude Code excels at: Multi-file refactoring, autonomous completion</a:t>
            </a:r>
          </a:p>
          <a:p>
            <a:pPr marL="365760" indent="-182880" algn="l">
              <a:buChar char="•"/>
            </a:pPr>
            <a:r>
              <a:t>Claude Code: Pipeline automation, tasks requiring shell access</a:t>
            </a:r>
          </a:p>
          <a:p>
            <a:pPr marL="365760" indent="-182880" algn="l">
              <a:buChar char="•"/>
            </a:pPr>
            <a:r>
              <a:t>Many developers use both for different contexts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A774582-EDD4-AA3F-C307-CFA57D569FAF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fld id="{86CB4B4D-7CA3-9044-876B-883B54F8677D}" type="slidenum">
              <a:rPr lang="en-US" smtClean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>
            <a:extLst>
              <a:ext uri="{FF2B5EF4-FFF2-40B4-BE49-F238E27FC236}">
                <a16:creationId xmlns:a16="http://schemas.microsoft.com/office/drawing/2014/main" id="{25F129FC-6483-2679-A548-5A45339B19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>
              <a:buNone/>
            </a:pPr>
            <a:r>
              <a:rPr b="1" sz="2400"/>
              <a:t>OpenCode, Aider, and Gemini CLI offer different trade-offs.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D13FB3D-A019-CA34-64A7-F5D0E6BC66D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lnSpcReduction="10000"/>
          </a:bodyPr>
          <a:lstStyle/>
          <a:p>
            <a:pPr marL="365760" indent="-18288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SzPct val="100000"/>
              <a:buChar char="•"/>
            </a:pPr>
            <a:r>
              <a:t>OpenCode: 75+ providers, free — Budget, model flexibility</a:t>
            </a:r>
          </a:p>
          <a:p>
            <a:pPr marL="365760" indent="-182880" algn="l">
              <a:buChar char="•"/>
            </a:pPr>
            <a:r>
              <a:t>Aider: Code graph, git integration — Monorepos, explicit control</a:t>
            </a:r>
          </a:p>
          <a:p>
            <a:pPr marL="365760" indent="-182880" algn="l">
              <a:buChar char="•"/>
            </a:pPr>
            <a:r>
              <a:t>Gemini CLI: 1M context, free tier — Google Cloud, docs tasks</a:t>
            </a:r>
          </a:p>
          <a:p>
            <a:pPr marL="365760" indent="-182880" algn="l">
              <a:buChar char="•"/>
            </a:pPr>
            <a:r>
              <a:t>Codex CLI: GitHub Actions — CI/CD integration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A774582-EDD4-AA3F-C307-CFA57D569FAF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fld id="{86CB4B4D-7CA3-9044-876B-883B54F8677D}" type="slidenum">
              <a:rPr lang="en-US" smtClean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>
            <a:extLst>
              <a:ext uri="{FF2B5EF4-FFF2-40B4-BE49-F238E27FC236}">
                <a16:creationId xmlns:a16="http://schemas.microsoft.com/office/drawing/2014/main" id="{25F129FC-6483-2679-A548-5A45339B19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>
              <a:buNone/>
            </a:pPr>
            <a:r>
              <a:rPr b="1" sz="2400"/>
              <a:t>Claude Code with Opus 4.5 leads SWE-bench at 80.9%.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D13FB3D-A019-CA34-64A7-F5D0E6BC66D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lnSpcReduction="10000"/>
          </a:bodyPr>
          <a:lstStyle/>
          <a:p>
            <a:pPr marL="365760" indent="-18288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SzPct val="100000"/>
              <a:buChar char="•"/>
            </a:pPr>
            <a:r>
              <a:t>Claude Code + Opus 4.5: 80.9%</a:t>
            </a:r>
          </a:p>
          <a:p>
            <a:pPr marL="365760" indent="-182880" algn="l">
              <a:buChar char="•"/>
            </a:pPr>
            <a:r>
              <a:t>Aider: 67%</a:t>
            </a:r>
          </a:p>
          <a:p>
            <a:pPr marL="365760" indent="-182880" algn="l">
              <a:buChar char="•"/>
            </a:pPr>
            <a:r>
              <a:t>Cline: 63%</a:t>
            </a:r>
          </a:p>
          <a:p>
            <a:pPr marL="365760" indent="-182880" algn="l">
              <a:buChar char="•"/>
            </a:pPr>
            <a:r>
              <a:t>Gemini 2.5 Pro: 63.8%</a:t>
            </a:r>
          </a:p>
          <a:p>
            <a:pPr marL="365760" indent="-182880" algn="l">
              <a:buChar char="•"/>
            </a:pPr>
            <a:r>
              <a:t>Benchmarks vary by methodology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A774582-EDD4-AA3F-C307-CFA57D569FAF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fld id="{86CB4B4D-7CA3-9044-876B-883B54F8677D}" type="slidenum">
              <a:rPr lang="en-US" smtClean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>
            <a:extLst>
              <a:ext uri="{FF2B5EF4-FFF2-40B4-BE49-F238E27FC236}">
                <a16:creationId xmlns:a16="http://schemas.microsoft.com/office/drawing/2014/main" id="{25F129FC-6483-2679-A548-5A45339B19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>
              <a:buNone/>
            </a:pPr>
            <a:r>
              <a:rPr b="1" sz="2400"/>
              <a:t>This presentation demonstrates the workflow we've described.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D13FB3D-A019-CA34-64A7-F5D0E6BC66D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lnSpcReduction="10000"/>
          </a:bodyPr>
          <a:lstStyle/>
          <a:p>
            <a:pPr marL="365760" indent="-18288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SzPct val="100000"/>
              <a:buChar char="•"/>
            </a:pPr>
            <a:r>
              <a:t>CLAUDE.md (instructions) → scratch/SCRATCH.md (raw notes)</a:t>
            </a:r>
          </a:p>
          <a:p>
            <a:pPr lvl="1" marL="731520" indent="-182880" algn="l">
              <a:buChar char="•"/>
            </a:pPr>
            <a:r>
              <a:t>docs/topics/*.md (organized knowledge)</a:t>
            </a:r>
          </a:p>
          <a:p>
            <a:pPr lvl="1" marL="731520" indent="-182880" algn="l">
              <a:buChar char="•"/>
            </a:pPr>
            <a:r>
              <a:t>docs/NARRATIVE.md (flow structure)</a:t>
            </a:r>
          </a:p>
          <a:p>
            <a:pPr lvl="1" marL="731520" indent="-182880" algn="l">
              <a:buChar char="•"/>
            </a:pPr>
            <a:r>
              <a:t>docs/PRESENTATION.md (slide outline)</a:t>
            </a:r>
          </a:p>
          <a:p>
            <a:pPr lvl="1" marL="731520" indent="-182880" algn="l">
              <a:buChar char="•"/>
            </a:pPr>
            <a:r>
              <a:t>*.pptx (Skills-generated output)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A774582-EDD4-AA3F-C307-CFA57D569FAF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fld id="{86CB4B4D-7CA3-9044-876B-883B54F8677D}" type="slidenum">
              <a:rPr lang="en-US" smtClean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>
            <a:extLst>
              <a:ext uri="{FF2B5EF4-FFF2-40B4-BE49-F238E27FC236}">
                <a16:creationId xmlns:a16="http://schemas.microsoft.com/office/drawing/2014/main" id="{25F129FC-6483-2679-A548-5A45339B19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>
              <a:buNone/>
            </a:pPr>
            <a:r>
              <a:rPr b="1" sz="2400"/>
              <a:t>Each commit documents the human-agent collaboration.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D13FB3D-A019-CA34-64A7-F5D0E6BC66D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lnSpcReduction="10000"/>
          </a:bodyPr>
          <a:lstStyle/>
          <a:p>
            <a:pPr marL="365760" indent="-18288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SzPct val="100000"/>
              <a:buChar char="•"/>
            </a:pPr>
            <a:r>
              <a:t>1. Initial scaffolding</a:t>
            </a:r>
          </a:p>
          <a:p>
            <a:pPr marL="365760" indent="-182880" algn="l">
              <a:buChar char="•"/>
            </a:pPr>
            <a:r>
              <a:t>2. Phase 1: Research compilation</a:t>
            </a:r>
          </a:p>
          <a:p>
            <a:pPr marL="365760" indent="-182880" algn="l">
              <a:buChar char="•"/>
            </a:pPr>
            <a:r>
              <a:t>3. Additional research: permissions, alternatives</a:t>
            </a:r>
          </a:p>
          <a:p>
            <a:pPr marL="365760" indent="-182880" algn="l">
              <a:buChar char="•"/>
            </a:pPr>
            <a:r>
              <a:t>4. Narrative structure</a:t>
            </a:r>
          </a:p>
          <a:p>
            <a:pPr marL="365760" indent="-182880" algn="l">
              <a:buChar char="•"/>
            </a:pPr>
            <a:r>
              <a:t>5. Slide outline generation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A774582-EDD4-AA3F-C307-CFA57D569FAF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fld id="{86CB4B4D-7CA3-9044-876B-883B54F8677D}" type="slidenum">
              <a:rPr lang="en-US" smtClean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>
            <a:extLst>
              <a:ext uri="{FF2B5EF4-FFF2-40B4-BE49-F238E27FC236}">
                <a16:creationId xmlns:a16="http://schemas.microsoft.com/office/drawing/2014/main" id="{25F129FC-6483-2679-A548-5A45339B19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>
              <a:buNone/>
            </a:pPr>
            <a:r>
              <a:rPr b="1" sz="2400"/>
              <a:t>[Live Demo] Claude Code workflow on a practical task.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D13FB3D-A019-CA34-64A7-F5D0E6BC66D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lnSpcReduction="10000"/>
          </a:bodyPr>
          <a:lstStyle/>
          <a:p>
            <a:pPr marL="365760" indent="-18288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SzPct val="100000"/>
              <a:buChar char="•"/>
            </a:pPr>
            <a:r>
              <a:t>1. Show /status, /statusline commands</a:t>
            </a:r>
          </a:p>
          <a:p>
            <a:pPr marL="365760" indent="-182880" algn="l">
              <a:buChar char="•"/>
            </a:pPr>
            <a:r>
              <a:t>2. Install a skill via /plugin</a:t>
            </a:r>
          </a:p>
          <a:p>
            <a:pPr marL="365760" indent="-182880" algn="l">
              <a:buChar char="•"/>
            </a:pPr>
            <a:r>
              <a:t>3. Run /init on a sample project</a:t>
            </a:r>
          </a:p>
          <a:p>
            <a:pPr marL="365760" indent="-182880" algn="l">
              <a:buChar char="•"/>
            </a:pPr>
            <a:r>
              <a:t>4. Simple code modification task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A774582-EDD4-AA3F-C307-CFA57D569FAF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fld id="{86CB4B4D-7CA3-9044-876B-883B54F8677D}" type="slidenum">
              <a:rPr lang="en-US" smtClean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>
            <a:extLst>
              <a:ext uri="{FF2B5EF4-FFF2-40B4-BE49-F238E27FC236}">
                <a16:creationId xmlns:a16="http://schemas.microsoft.com/office/drawing/2014/main" id="{25F129FC-6483-2679-A548-5A45339B19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>
              <a:buNone/>
            </a:pPr>
            <a:r>
              <a:rPr b="1" sz="2400"/>
              <a:t>Ralph-Wiggum: iterative loops that treat failure as data.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D13FB3D-A019-CA34-64A7-F5D0E6BC66D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lnSpcReduction="10000"/>
          </a:bodyPr>
          <a:lstStyle/>
          <a:p>
            <a:pPr marL="365760" indent="-18288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SzPct val="100000"/>
              <a:buChar char="•"/>
            </a:pPr>
            <a:r>
              <a:t>"A while loop that feeds an AI agent a prompt until completion"</a:t>
            </a:r>
          </a:p>
          <a:p>
            <a:pPr marL="365760" indent="-182880" algn="l">
              <a:buChar char="•"/>
            </a:pPr>
            <a:r>
              <a:t>Deterministic stopping criteria (not "try once and fail")</a:t>
            </a:r>
          </a:p>
          <a:p>
            <a:pPr marL="365760" indent="-182880" algn="l">
              <a:buChar char="•"/>
            </a:pPr>
            <a:r>
              <a:t>Failure-as-data philosophy: setbacks guide refinement</a:t>
            </a:r>
          </a:p>
          <a:p>
            <a:pPr marL="365760" indent="-182880" algn="l">
              <a:buChar char="•"/>
            </a:pPr>
            <a:r>
              <a:t>Prompt-centric design: "LLMs are mirrors of operator skill"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A774582-EDD4-AA3F-C307-CFA57D569FAF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fld id="{86CB4B4D-7CA3-9044-876B-883B54F8677D}" type="slidenum">
              <a:rPr lang="en-US" smtClean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>
            <a:extLst>
              <a:ext uri="{FF2B5EF4-FFF2-40B4-BE49-F238E27FC236}">
                <a16:creationId xmlns:a16="http://schemas.microsoft.com/office/drawing/2014/main" id="{25F129FC-6483-2679-A548-5A45339B19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>
              <a:buNone/>
            </a:pPr>
            <a:r>
              <a:rPr b="1" sz="2400"/>
              <a:t>The future is here—adoption is the primary challenge.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D13FB3D-A019-CA34-64A7-F5D0E6BC66D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lnSpcReduction="10000"/>
          </a:bodyPr>
          <a:lstStyle/>
          <a:p>
            <a:pPr marL="365760" indent="-18288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SzPct val="100000"/>
              <a:buChar char="•"/>
            </a:pPr>
            <a:r>
              <a:t>Old: Write code myself → New: Design workflows that write code</a:t>
            </a:r>
          </a:p>
          <a:p>
            <a:pPr marL="365760" indent="-182880" algn="l">
              <a:buChar char="•"/>
            </a:pPr>
            <a:r>
              <a:t>Old: One-shot prompts → New: Iterative loops until done</a:t>
            </a:r>
          </a:p>
          <a:p>
            <a:pPr marL="365760" indent="-182880" algn="l">
              <a:buChar char="•"/>
            </a:pPr>
            <a:r>
              <a:t>Old: Static instructions → New: Continuously improved artifacts</a:t>
            </a:r>
          </a:p>
          <a:p>
            <a:pPr marL="365760" indent="-182880" algn="l">
              <a:buChar char="•"/>
            </a:pPr>
            <a:r>
              <a:t>Old: Single session → New: Parallel agents on worktrees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A774582-EDD4-AA3F-C307-CFA57D569FAF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fld id="{86CB4B4D-7CA3-9044-876B-883B54F8677D}" type="slidenum">
              <a:rPr lang="en-US" smtClean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>
            <a:extLst>
              <a:ext uri="{FF2B5EF4-FFF2-40B4-BE49-F238E27FC236}">
                <a16:creationId xmlns:a16="http://schemas.microsoft.com/office/drawing/2014/main" id="{25F129FC-6483-2679-A548-5A45339B19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>
              <a:buNone/>
            </a:pPr>
            <a:r>
              <a:rPr b="1" sz="2200"/>
              <a:t>Compound efficiency through workflow, context, and parallelization.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D13FB3D-A019-CA34-64A7-F5D0E6BC66D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lnSpcReduction="10000"/>
          </a:bodyPr>
          <a:lstStyle/>
          <a:p>
            <a:pPr marL="365760" indent="-18288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SzPct val="100000"/>
              <a:buChar char="•"/>
            </a:pPr>
            <a:r>
              <a:t>1. Claude Code = LLM + filesystem access = general agent</a:t>
            </a:r>
          </a:p>
          <a:p>
            <a:pPr marL="365760" indent="-182880" algn="l">
              <a:buChar char="•"/>
            </a:pPr>
            <a:r>
              <a:t>2. Workflows compound—every CLAUDE.md update improves the system</a:t>
            </a:r>
          </a:p>
          <a:p>
            <a:pPr marL="365760" indent="-182880" algn="l">
              <a:buChar char="•"/>
            </a:pPr>
            <a:r>
              <a:t>3. Context engineering is the fundamental skill</a:t>
            </a:r>
          </a:p>
          <a:p>
            <a:pPr marL="365760" indent="-182880" algn="l">
              <a:buChar char="•"/>
            </a:pPr>
            <a:r>
              <a:t>4. Parallelization via git worktree multiplies efficiency</a:t>
            </a:r>
          </a:p>
          <a:p>
            <a:pPr marL="365760" indent="-182880" algn="l">
              <a:buChar char="•"/>
            </a:pPr>
            <a:r>
              <a:t>5. The future is iterative loops that run until completion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A774582-EDD4-AA3F-C307-CFA57D569FAF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fld id="{86CB4B4D-7CA3-9044-876B-883B54F8677D}" type="slidenum">
              <a:rPr lang="en-US" smtClean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>
            <a:extLst>
              <a:ext uri="{FF2B5EF4-FFF2-40B4-BE49-F238E27FC236}">
                <a16:creationId xmlns:a16="http://schemas.microsoft.com/office/drawing/2014/main" id="{25F129FC-6483-2679-A548-5A45339B19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>
              <a:buNone/>
            </a:pPr>
            <a:r>
              <a:rPr b="1" sz="2400"/>
              <a:t>Resources for getting started with Claude Code.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D13FB3D-A019-CA34-64A7-F5D0E6BC66D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lnSpcReduction="10000"/>
          </a:bodyPr>
          <a:lstStyle/>
          <a:p>
            <a:pPr marL="365760" indent="-18288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SzPct val="100000"/>
              <a:buChar char="•"/>
            </a:pPr>
            <a:r>
              <a:t>Official: code.claude.com/docs</a:t>
            </a:r>
          </a:p>
          <a:p>
            <a:pPr lvl="1" marL="731520" indent="-182880" algn="l">
              <a:buChar char="•"/>
            </a:pPr>
            <a:r>
              <a:t>DeepLearning.ai Course</a:t>
            </a:r>
          </a:p>
          <a:p>
            <a:pPr marL="365760" indent="-182880" algn="l">
              <a:buChar char="•"/>
            </a:pPr>
            <a:r>
              <a:t>Skills: github.com/anthropics/skills</a:t>
            </a:r>
          </a:p>
          <a:p>
            <a:pPr lvl="1" marL="731520" indent="-182880" algn="l">
              <a:buChar char="•"/>
            </a:pPr>
            <a:r>
              <a:t>K-Dense-AI/claude-scientific-skills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A774582-EDD4-AA3F-C307-CFA57D569FAF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fld id="{86CB4B4D-7CA3-9044-876B-883B54F8677D}" type="slidenum">
              <a:rPr lang="en-US" smtClean="0"/>
              <a:t>2</a:t>
            </a:fld>
            <a:endParaRPr lang="en-US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>
            <a:extLst>
              <a:ext uri="{FF2B5EF4-FFF2-40B4-BE49-F238E27FC236}">
                <a16:creationId xmlns:a16="http://schemas.microsoft.com/office/drawing/2014/main" id="{25F129FC-6483-2679-A548-5A45339B19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>
              <a:buNone/>
            </a:pPr>
            <a:r>
              <a:rPr b="1" sz="2800"/>
              <a:t>Questions?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D13FB3D-A019-CA34-64A7-F5D0E6BC66D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lnSpcReduction="10000"/>
          </a:bodyPr>
          <a:lstStyle/>
          <a:p>
            <a:pPr marL="365760" indent="-18288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SzPct val="100000"/>
              <a:buChar char="•"/>
            </a:pPr>
            <a:r>
              <a:t>How might this change our team's workflows?</a:t>
            </a:r>
          </a:p>
          <a:p>
            <a:pPr marL="365760" indent="-182880" algn="l">
              <a:buChar char="•"/>
            </a:pPr>
            <a:r>
              <a:t>What tasks would benefit most from agent automation?</a:t>
            </a:r>
          </a:p>
          <a:p>
            <a:pPr marL="365760" indent="-182880" algn="l">
              <a:buChar char="•"/>
            </a:pPr>
            <a:r>
              <a:t>Security considerations for our environment</a:t>
            </a:r>
          </a:p>
          <a:p>
            <a:pPr marL="365760" indent="-182880" algn="l">
              <a:buChar char="•"/>
            </a:pPr>
            <a:r>
              <a:t>Skill development for our specific use cases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A774582-EDD4-AA3F-C307-CFA57D569FAF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fld id="{86CB4B4D-7CA3-9044-876B-883B54F8677D}" type="slidenum">
              <a:rPr lang="en-US" smtClean="0"/>
              <a:t>2</a:t>
            </a:fld>
            <a:endParaRPr lang="en-US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>
            <a:extLst>
              <a:ext uri="{FF2B5EF4-FFF2-40B4-BE49-F238E27FC236}">
                <a16:creationId xmlns:a16="http://schemas.microsoft.com/office/drawing/2014/main" id="{25F129FC-6483-2679-A548-5A45339B19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>
              <a:buNone/>
            </a:pPr>
            <a:r>
              <a:rPr b="1" sz="2200"/>
              <a:t>Claude Code uses only four core tools: Read, Write, Edit, Bash.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D13FB3D-A019-CA34-64A7-F5D0E6BC66D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lnSpcReduction="10000"/>
          </a:bodyPr>
          <a:lstStyle/>
          <a:p>
            <a:pPr marL="365760" indent="-18288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SzPct val="100000"/>
              <a:buChar char="•"/>
            </a:pPr>
            <a:r>
              <a:t>Read: File contents, images, PDFs</a:t>
            </a:r>
          </a:p>
          <a:p>
            <a:pPr marL="365760" indent="-182880" algn="l">
              <a:buChar char="•"/>
            </a:pPr>
            <a:r>
              <a:t>Write: Create new files</a:t>
            </a:r>
          </a:p>
          <a:p>
            <a:pPr marL="365760" indent="-182880" algn="l">
              <a:buChar char="•"/>
            </a:pPr>
            <a:r>
              <a:t>Edit: String replacement in files</a:t>
            </a:r>
          </a:p>
          <a:p>
            <a:pPr marL="365760" indent="-182880" algn="l">
              <a:buChar char="•"/>
            </a:pPr>
            <a:r>
              <a:t>Bash: Shell command execution</a:t>
            </a:r>
          </a:p>
          <a:p>
            <a:pPr marL="365760" indent="-182880" algn="l">
              <a:buChar char="•"/>
            </a:pPr>
            <a:r>
              <a:t>"Four tools outperform complex tool ecosystems" — Mario Zechner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A774582-EDD4-AA3F-C307-CFA57D569FAF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fld id="{86CB4B4D-7CA3-9044-876B-883B54F8677D}" type="slidenum">
              <a:rPr lang="en-US" smtClean="0"/>
              <a:t>2</a:t>
            </a:fld>
            <a:endParaRPr lang="en-US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>
            <a:extLst>
              <a:ext uri="{FF2B5EF4-FFF2-40B4-BE49-F238E27FC236}">
                <a16:creationId xmlns:a16="http://schemas.microsoft.com/office/drawing/2014/main" id="{25F129FC-6483-2679-A548-5A45339B19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>
              <a:buNone/>
            </a:pPr>
            <a:r>
              <a:rPr b="1" sz="2200"/>
              <a:t>MCP servers extend Claude Code with external tool capabilities.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D13FB3D-A019-CA34-64A7-F5D0E6BC66D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lnSpcReduction="10000"/>
          </a:bodyPr>
          <a:lstStyle/>
          <a:p>
            <a:pPr marL="365760" indent="-18288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SzPct val="100000"/>
              <a:buChar char="•"/>
            </a:pPr>
            <a:r>
              <a:t>/plugin install @anthropic-ai/mcp-server-github</a:t>
            </a:r>
          </a:p>
          <a:p>
            <a:pPr marL="365760" indent="-182880" algn="l">
              <a:buChar char="•"/>
            </a:pPr>
            <a:r>
              <a:t>/plugin install @anthropic-ai/mcp-server-context7</a:t>
            </a:r>
          </a:p>
          <a:p>
            <a:pPr marL="365760" indent="-182880" algn="l">
              <a:buChar char="•"/>
            </a:pPr>
            <a:r>
              <a:t>Available servers: GitHub, databases, APIs</a:t>
            </a:r>
          </a:p>
          <a:p>
            <a:pPr marL="365760" indent="-182880" algn="l">
              <a:buChar char="•"/>
            </a:pPr>
            <a:r>
              <a:t>Trade-off: Convenience vs. context window overhead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A774582-EDD4-AA3F-C307-CFA57D569FAF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fld id="{86CB4B4D-7CA3-9044-876B-883B54F8677D}" type="slidenum">
              <a:rPr lang="en-US" smtClean="0"/>
              <a:t>2</a:t>
            </a:fld>
            <a:endParaRPr lang="en-US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>
            <a:extLst>
              <a:ext uri="{FF2B5EF4-FFF2-40B4-BE49-F238E27FC236}">
                <a16:creationId xmlns:a16="http://schemas.microsoft.com/office/drawing/2014/main" id="{25F129FC-6483-2679-A548-5A45339B19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>
              <a:buNone/>
            </a:pPr>
            <a:r>
              <a:rPr b="1" sz="2200"/>
              <a:t>Gemini CLI provides 1M token context and a generous free tier.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D13FB3D-A019-CA34-64A7-F5D0E6BC66D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lnSpcReduction="10000"/>
          </a:bodyPr>
          <a:lstStyle/>
          <a:p>
            <a:pPr marL="365760" indent="-18288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SzPct val="100000"/>
              <a:buChar char="•"/>
            </a:pPr>
            <a:r>
              <a:t>1 million token context window</a:t>
            </a:r>
          </a:p>
          <a:p>
            <a:pPr marL="365760" indent="-182880" algn="l">
              <a:buChar char="•"/>
            </a:pPr>
            <a:r>
              <a:t>60 requests/minute, 1000/day (free)</a:t>
            </a:r>
          </a:p>
          <a:p>
            <a:pPr marL="365760" indent="-182880" algn="l">
              <a:buChar char="•"/>
            </a:pPr>
            <a:r>
              <a:t>Deep Google Cloud integration</a:t>
            </a:r>
          </a:p>
          <a:p>
            <a:pPr marL="365760" indent="-182880" algn="l">
              <a:buChar char="•"/>
            </a:pPr>
            <a:r>
              <a:t>Lower SWE-bench scores than Claude</a:t>
            </a:r>
          </a:p>
          <a:p>
            <a:pPr marL="365760" indent="-182880" algn="l">
              <a:buChar char="•"/>
            </a:pPr>
            <a:r>
              <a:t>Best for: Google Cloud users, documentation, exploration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A774582-EDD4-AA3F-C307-CFA57D569FAF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fld id="{86CB4B4D-7CA3-9044-876B-883B54F8677D}" type="slidenum">
              <a:rPr lang="en-US" smtClean="0"/>
              <a:t>2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Black">
  <a:themeElements>
    <a:clrScheme name="Black">
      <a:dk1>
        <a:srgbClr val="000000"/>
      </a:dk1>
      <a:lt1>
        <a:srgbClr val="FFFFFF"/>
      </a:lt1>
      <a:dk2>
        <a:srgbClr val="434343"/>
      </a:dk2>
      <a:lt2>
        <a:srgbClr val="A9A9A9"/>
      </a:lt2>
      <a:accent1>
        <a:srgbClr val="0076BA"/>
      </a:accent1>
      <a:accent2>
        <a:srgbClr val="00A89D"/>
      </a:accent2>
      <a:accent3>
        <a:srgbClr val="1DB100"/>
      </a:accent3>
      <a:accent4>
        <a:srgbClr val="F8BA00"/>
      </a:accent4>
      <a:accent5>
        <a:srgbClr val="EE220C"/>
      </a:accent5>
      <a:accent6>
        <a:srgbClr val="CB297B"/>
      </a:accent6>
      <a:hlink>
        <a:srgbClr val="0000FF"/>
      </a:hlink>
      <a:folHlink>
        <a:srgbClr val="FF00FF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Black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1">
            <a:lumOff val="13529"/>
          </a:schemeClr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3200" b="0" i="0" u="none" strike="noStrike" cap="none" spc="0" normalizeH="0" baseline="0">
            <a:ln>
              <a:noFill/>
            </a:ln>
            <a:solidFill>
              <a:srgbClr val="FFFFFF"/>
            </a:solidFill>
            <a:effectLst/>
            <a:uFillTx/>
            <a:latin typeface="+mn-lt"/>
            <a:ea typeface="+mn-ea"/>
            <a:cs typeface="+mn-cs"/>
            <a:sym typeface="Helvetica Neue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rgbClr val="FFFFFF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l" defTabSz="825500" rtl="0" fontAlgn="auto" latinLnBrk="0" hangingPunct="0">
          <a:lnSpc>
            <a:spcPct val="100000"/>
          </a:lnSpc>
          <a:spcBef>
            <a:spcPts val="5900"/>
          </a:spcBef>
          <a:spcAft>
            <a:spcPts val="0"/>
          </a:spcAft>
          <a:buClrTx/>
          <a:buSzTx/>
          <a:buFontTx/>
          <a:buNone/>
          <a:tabLst/>
          <a:defRPr kumimoji="0" sz="4800" b="0" i="0" u="none" strike="noStrike" cap="none" spc="0" normalizeH="0" baseline="0">
            <a:ln>
              <a:noFill/>
            </a:ln>
            <a:solidFill>
              <a:srgbClr val="FFFFFF"/>
            </a:solidFill>
            <a:effectLst/>
            <a:uFillTx/>
            <a:latin typeface="Helvetica Neue"/>
            <a:ea typeface="Helvetica Neue"/>
            <a:cs typeface="Helvetica Neue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ppt/theme/theme2.xml><?xml version="1.0" encoding="utf-8"?>
<a:theme xmlns:a="http://schemas.openxmlformats.org/drawingml/2006/main" name="Black">
  <a:themeElements>
    <a:clrScheme name="Black">
      <a:dk1>
        <a:srgbClr val="000000"/>
      </a:dk1>
      <a:lt1>
        <a:srgbClr val="FFFFFF"/>
      </a:lt1>
      <a:dk2>
        <a:srgbClr val="434343"/>
      </a:dk2>
      <a:lt2>
        <a:srgbClr val="A9A9A9"/>
      </a:lt2>
      <a:accent1>
        <a:srgbClr val="0076BA"/>
      </a:accent1>
      <a:accent2>
        <a:srgbClr val="00A89D"/>
      </a:accent2>
      <a:accent3>
        <a:srgbClr val="1DB100"/>
      </a:accent3>
      <a:accent4>
        <a:srgbClr val="F8BA00"/>
      </a:accent4>
      <a:accent5>
        <a:srgbClr val="EE220C"/>
      </a:accent5>
      <a:accent6>
        <a:srgbClr val="CB297B"/>
      </a:accent6>
      <a:hlink>
        <a:srgbClr val="0000FF"/>
      </a:hlink>
      <a:folHlink>
        <a:srgbClr val="FF00FF"/>
      </a:folHlink>
    </a:clrScheme>
    <a:fontScheme name="Black">
      <a:majorFont>
        <a:latin typeface="Helvetica Neue Medium"/>
        <a:ea typeface="Helvetica Neue Medium"/>
        <a:cs typeface="Helvetica Neue Medium"/>
      </a:majorFont>
      <a:minorFont>
        <a:latin typeface="Helvetica Neue Medium"/>
        <a:ea typeface="Helvetica Neue Medium"/>
        <a:cs typeface="Helvetica Neue Medium"/>
      </a:minorFont>
    </a:fontScheme>
    <a:fmtScheme name="Black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1">
            <a:lumOff val="13529"/>
          </a:schemeClr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3200" b="0" i="0" u="none" strike="noStrike" cap="none" spc="0" normalizeH="0" baseline="0">
            <a:ln>
              <a:noFill/>
            </a:ln>
            <a:solidFill>
              <a:srgbClr val="FFFFFF"/>
            </a:solidFill>
            <a:effectLst/>
            <a:uFillTx/>
            <a:latin typeface="+mn-lt"/>
            <a:ea typeface="+mn-ea"/>
            <a:cs typeface="+mn-cs"/>
            <a:sym typeface="Helvetica Neue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rgbClr val="FFFFFF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l" defTabSz="825500" rtl="0" fontAlgn="auto" latinLnBrk="0" hangingPunct="0">
          <a:lnSpc>
            <a:spcPct val="100000"/>
          </a:lnSpc>
          <a:spcBef>
            <a:spcPts val="5900"/>
          </a:spcBef>
          <a:spcAft>
            <a:spcPts val="0"/>
          </a:spcAft>
          <a:buClrTx/>
          <a:buSzTx/>
          <a:buFontTx/>
          <a:buNone/>
          <a:tabLst/>
          <a:defRPr kumimoji="0" sz="4800" b="0" i="0" u="none" strike="noStrike" cap="none" spc="0" normalizeH="0" baseline="0">
            <a:ln>
              <a:noFill/>
            </a:ln>
            <a:solidFill>
              <a:srgbClr val="FFFFFF"/>
            </a:solidFill>
            <a:effectLst/>
            <a:uFillTx/>
            <a:latin typeface="Helvetica Neue"/>
            <a:ea typeface="Helvetica Neue"/>
            <a:cs typeface="Helvetica Neue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C8D000A7A8EA4549909635EE44265AE2" ma:contentTypeVersion="12" ma:contentTypeDescription="Create a new document." ma:contentTypeScope="" ma:versionID="7f357fbe57b84af1bdddcd22c912bac7">
  <xsd:schema xmlns:xsd="http://www.w3.org/2001/XMLSchema" xmlns:xs="http://www.w3.org/2001/XMLSchema" xmlns:p="http://schemas.microsoft.com/office/2006/metadata/properties" xmlns:ns2="baa02956-e5b0-401a-adb6-d3ab856a8db1" xmlns:ns3="758526ea-ff42-49f4-966e-8b92dfb8c37c" targetNamespace="http://schemas.microsoft.com/office/2006/metadata/properties" ma:root="true" ma:fieldsID="f01aca49933565aaf8490f47588de525" ns2:_="" ns3:_="">
    <xsd:import namespace="baa02956-e5b0-401a-adb6-d3ab856a8db1"/>
    <xsd:import namespace="758526ea-ff42-49f4-966e-8b92dfb8c37c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BillingMetadata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aa02956-e5b0-401a-adb6-d3ab856a8db1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11" nillable="true" ma:displayName="MediaServiceBillingMetadata" ma:hidden="true" ma:internalName="MediaServiceBillingMetadata" ma:readOnly="true">
      <xsd:simpleType>
        <xsd:restriction base="dms:Note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7" nillable="true" ma:taxonomy="true" ma:internalName="lcf76f155ced4ddcb4097134ff3c332f" ma:taxonomyFieldName="MediaServiceImageTags" ma:displayName="Image Tags" ma:readOnly="false" ma:fieldId="{5cf76f15-5ced-4ddc-b409-7134ff3c332f}" ma:taxonomyMulti="true" ma:sspId="c1fcaec3-bbe8-47cb-8230-d56e5e00eeb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9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58526ea-ff42-49f4-966e-8b92dfb8c37c" elementFormDefault="qualified">
    <xsd:import namespace="http://schemas.microsoft.com/office/2006/documentManagement/types"/>
    <xsd:import namespace="http://schemas.microsoft.com/office/infopath/2007/PartnerControls"/>
    <xsd:element name="TaxCatchAll" ma:index="18" nillable="true" ma:displayName="Taxonomy Catch All Column" ma:hidden="true" ma:list="{8dab7eb4-bfd3-4979-82d9-0ddc6ac1411b}" ma:internalName="TaxCatchAll" ma:showField="CatchAllData" ma:web="758526ea-ff42-49f4-966e-8b92dfb8c37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baa02956-e5b0-401a-adb6-d3ab856a8db1">
      <Terms xmlns="http://schemas.microsoft.com/office/infopath/2007/PartnerControls"/>
    </lcf76f155ced4ddcb4097134ff3c332f>
    <TaxCatchAll xmlns="758526ea-ff42-49f4-966e-8b92dfb8c37c" xsi:nil="true"/>
  </documentManagement>
</p:properties>
</file>

<file path=customXml/itemProps1.xml><?xml version="1.0" encoding="utf-8"?>
<ds:datastoreItem xmlns:ds="http://schemas.openxmlformats.org/officeDocument/2006/customXml" ds:itemID="{0A62184A-FEE7-42AA-86BE-4760650221E9}">
  <ds:schemaRefs>
    <ds:schemaRef ds:uri="758526ea-ff42-49f4-966e-8b92dfb8c37c"/>
    <ds:schemaRef ds:uri="baa02956-e5b0-401a-adb6-d3ab856a8db1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2.xml><?xml version="1.0" encoding="utf-8"?>
<ds:datastoreItem xmlns:ds="http://schemas.openxmlformats.org/officeDocument/2006/customXml" ds:itemID="{F04B941D-E84F-47C8-84C7-8C66135B4CA1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B517E194-3F2D-4BC4-9EAF-A0569BAF4335}">
  <ds:schemaRefs>
    <ds:schemaRef ds:uri="baa02956-e5b0-401a-adb6-d3ab856a8db1"/>
    <ds:schemaRef ds:uri="http://purl.org/dc/elements/1.1/"/>
    <ds:schemaRef ds:uri="http://schemas.openxmlformats.org/package/2006/metadata/core-properties"/>
    <ds:schemaRef ds:uri="http://schemas.microsoft.com/office/2006/documentManagement/types"/>
    <ds:schemaRef ds:uri="758526ea-ff42-49f4-966e-8b92dfb8c37c"/>
    <ds:schemaRef ds:uri="http://purl.org/dc/terms/"/>
    <ds:schemaRef ds:uri="http://www.w3.org/XML/1998/namespace"/>
    <ds:schemaRef ds:uri="http://schemas.microsoft.com/office/2006/metadata/properties"/>
    <ds:schemaRef ds:uri="http://schemas.microsoft.com/office/infopath/2007/PartnerControls"/>
    <ds:schemaRef ds:uri="http://purl.org/dc/dcmitype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26</TotalTime>
  <Words>103</Words>
  <Application>Microsoft Macintosh PowerPoint</Application>
  <PresentationFormat>Widescreen</PresentationFormat>
  <Paragraphs>34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Helvetica</vt:lpstr>
      <vt:lpstr>Helvetica Neue</vt:lpstr>
      <vt:lpstr>Helvetica Neue Light</vt:lpstr>
      <vt:lpstr>Black</vt:lpstr>
      <vt:lpstr>Claude Code Intro</vt:lpstr>
      <vt:lpstr>Agenda</vt:lpstr>
      <vt:lpstr>Jotting down some ideas</vt:lpstr>
      <vt:lpstr>PowerPoint Presentation</vt:lpstr>
      <vt:lpstr>PowerPoint Presentation</vt:lpstr>
      <vt:lpstr>Hooks</vt:lpstr>
      <vt:lpstr>Claude Code Plans</vt:lpstr>
      <vt:lpstr>Headless mode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leon weinreb</dc:creator>
  <cp:lastModifiedBy>changhee@somite.ai</cp:lastModifiedBy>
  <cp:revision>15</cp:revision>
  <dcterms:modified xsi:type="dcterms:W3CDTF">2026-01-14T05:30:20Z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0x010100C8D000A7A8EA4549909635EE44265AE2</vt:lpwstr>
  </property>
  <property fmtid="{D5CDD505-2E9C-101B-9397-08002B2CF9AE}" pid="3" name="MediaServiceImageTags">
    <vt:lpwstr/>
  </property>
</Properties>
</file>