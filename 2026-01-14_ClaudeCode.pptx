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3" r:id="rId5"/>
    <p:sldId id="344" r:id="rId6"/>
    <p:sldId id="345" r:id="rId7"/>
    <p:sldId id="346" r:id="rId8"/>
    <p:sldId id="347" r:id="rId9"/>
    <p:sldId id="348" r:id="rId10"/>
    <p:sldId id="349" r:id="rId11"/>
    <p:sldId id="350" r:id="rId12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5B"/>
    <a:srgbClr val="001133"/>
    <a:srgbClr val="000308"/>
    <a:srgbClr val="001A4D"/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2"/>
    <p:restoredTop sz="94694"/>
  </p:normalViewPr>
  <p:slideViewPr>
    <p:cSldViewPr snapToGrid="0">
      <p:cViewPr varScale="1">
        <p:scale>
          <a:sx n="114" d="100"/>
          <a:sy n="114" d="100"/>
        </p:scale>
        <p:origin x="200" y="328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8C4DA5-1F50-07BA-61AB-EC375CAA0C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081F7-2215-2CF4-28B4-9CECFC4AAFF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602C26-7A89-43ED-8411-2303B4D08797}" type="datetimeFigureOut">
              <a:rPr lang="en-US" smtClean="0"/>
              <a:t>1/14/26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E85004-CDBA-4130-C170-DD80721372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524A8-90CF-47B3-629C-01F2E5D97E6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CA07C-3E08-48E7-B2B3-670A1D7D82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9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7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391893" y="1510234"/>
            <a:ext cx="10502900" cy="4663440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608D-4713-EC4E-8282-1C5903FFF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03942-D76B-E483-FD9F-5C81E63F7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985425-7D1C-09B7-607F-1A6EFECEA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2E6D3-DAA8-1045-973E-B04736FFA309}" type="datetime1">
              <a:rPr lang="en-US" smtClean="0"/>
              <a:t>1/14/26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40273-0B5C-173D-2556-D11627A5D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1E5416-1A1B-9395-6E3C-3A72C99BF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396A5-FD69-DA43-B2E1-3F15D4A7FF7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637EA6-3581-4CC5-574C-8C5FC52F2DA3}"/>
              </a:ext>
            </a:extLst>
          </p:cNvPr>
          <p:cNvSpPr txBox="1"/>
          <p:nvPr userDrawn="1"/>
        </p:nvSpPr>
        <p:spPr>
          <a:xfrm>
            <a:off x="9869424" y="13414"/>
            <a:ext cx="23225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i="1">
                <a:solidFill>
                  <a:schemeClr val="bg1"/>
                </a:solidFill>
                <a:latin typeface="Helvetica" pitchFamily="2" charset="0"/>
              </a:rPr>
              <a:t>CONFIDENTIAL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C72B28-BA7F-AB94-BC28-D32B4CF83E0C}"/>
              </a:ext>
            </a:extLst>
          </p:cNvPr>
          <p:cNvSpPr/>
          <p:nvPr userDrawn="1"/>
        </p:nvSpPr>
        <p:spPr>
          <a:xfrm>
            <a:off x="838200" y="1146412"/>
            <a:ext cx="10515600" cy="503055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005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0502900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0502900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11895444" y="6542617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C0A49765-7C13-4464-8753-5BEDD4AF8F1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A81DF-5627-809F-F7C0-20F4F8BD82D8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A1D80-2B1F-14C2-193E-5A3CEC80E93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4" r:id="rId3"/>
    <p:sldLayoutId id="2147483665" r:id="rId4"/>
  </p:sldLayoutIdLst>
  <p:transition spd="med"/>
  <p:hf hdr="0" ftr="0" dt="0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A6C8F9-8DD9-00D7-6D2F-2FE379F77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000" y="395006"/>
            <a:ext cx="10414000" cy="2324100"/>
          </a:xfrm>
        </p:spPr>
        <p:txBody>
          <a:bodyPr/>
          <a:lstStyle/>
          <a:p>
            <a:r>
              <a:rPr lang="en-US" dirty="0"/>
              <a:t>Claude Code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62522C-1B9A-EB00-6026-62649AE5660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889000" y="2782606"/>
            <a:ext cx="10414000" cy="793750"/>
          </a:xfrm>
        </p:spPr>
        <p:txBody>
          <a:bodyPr/>
          <a:lstStyle/>
          <a:p>
            <a:pPr algn="l"/>
            <a:r>
              <a:rPr lang="en-US"/>
              <a:t>January 14, 2026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E88BA0-9342-F21E-9BC5-D4ECCCFCAC3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805652-B379-F4E2-23B4-1D99A27368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5"/>
          <a:stretch>
            <a:fillRect/>
          </a:stretch>
        </p:blipFill>
        <p:spPr>
          <a:xfrm>
            <a:off x="-133" y="4430994"/>
            <a:ext cx="12192265" cy="242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876250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129FC-6483-2679-A548-5A45339B19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13FB3D-A019-CA34-64A7-F5D0E6BC66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What is Claude Code?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Permission to access File system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Generalized Agent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LLM and Context</a:t>
            </a:r>
          </a:p>
          <a:p>
            <a:pPr marL="970915" lvl="1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200" dirty="0">
                <a:latin typeface="Helvetica"/>
                <a:cs typeface="Helvetica"/>
              </a:rPr>
              <a:t>LLM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Context Engineering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Agents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r>
              <a:rPr lang="en-US" sz="2800" dirty="0">
                <a:latin typeface="Helvetica"/>
                <a:cs typeface="Helvetica"/>
              </a:rPr>
              <a:t>Skills</a:t>
            </a:r>
          </a:p>
          <a:p>
            <a:pPr marL="653415" indent="-51435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SzPct val="100000"/>
              <a:buFont typeface="+mj-lt"/>
              <a:buAutoNum type="arabicPeriod"/>
            </a:pPr>
            <a:endParaRPr lang="en-US" sz="2200" dirty="0">
              <a:latin typeface="Helvetica"/>
              <a:cs typeface="Helvetica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74582-EDD4-AA3F-C307-CFA57D569FAF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11964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1BB1-FB0F-CACF-A4F6-12F90F52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Jotting down some ideas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6CF20-813D-63E8-A5E6-0941C25CED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Tool usage (Agent, SKILL)</a:t>
            </a:r>
          </a:p>
          <a:p>
            <a:r>
              <a:rPr lang="en-US" dirty="0"/>
              <a:t>Learning (not making the same mistake again)</a:t>
            </a:r>
          </a:p>
          <a:p>
            <a:r>
              <a:rPr lang="en-US" dirty="0"/>
              <a:t>It is not a coding assistant but general agent that has file system access</a:t>
            </a:r>
          </a:p>
          <a:p>
            <a:r>
              <a:rPr lang="en-US" dirty="0"/>
              <a:t>MCP vs Skill</a:t>
            </a:r>
          </a:p>
          <a:p>
            <a:r>
              <a:rPr lang="en-US" dirty="0"/>
              <a:t>Open Code</a:t>
            </a:r>
          </a:p>
          <a:p>
            <a:r>
              <a:rPr lang="en-US" dirty="0" err="1"/>
              <a:t>Ohmyopencode</a:t>
            </a:r>
            <a:endParaRPr lang="en-US" dirty="0"/>
          </a:p>
          <a:p>
            <a:r>
              <a:rPr lang="en-US" dirty="0"/>
              <a:t>Pi (simplified)</a:t>
            </a:r>
          </a:p>
          <a:p>
            <a:r>
              <a:rPr lang="en-US" dirty="0"/>
              <a:t>What </a:t>
            </a:r>
            <a:r>
              <a:rPr lang="en-US"/>
              <a:t>is harness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83191-4311-95A1-2C45-41AAE9BA875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883502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0DC817-8DC1-3A14-A6C9-2E438097C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9CC23-5125-F30C-6475-B6E558B681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 is everything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E16723-DA93-BCD1-9D55-C8C9B9C6168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19484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B0819-C9C3-8719-4264-1044630D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BF86D1-D203-BFB9-7512-95D0F0D11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Opus 4.5 Context Window is 200,000 tokens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24E8F6-43D5-5A75-9792-3C3745699F6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7525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974C0C-7F6E-EF4E-6200-9D3702914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Hooks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39BE46-E9AB-092F-9E5F-510C1DFE8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suppress technical debt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F6B43-8915-C20A-CFD9-0493E001A55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8152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6B7F-4CBC-14A5-3CB1-D065F4941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Claude Code Plans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FA7F16-49B9-BEB7-7DAE-8DAF75131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3799C5-0D0D-628E-AAEE-569B1E2CFED9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7369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61FF-57B6-45FC-E73F-769E16650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Headless mode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51DA64-7EA9-EFF4-E614-07F0E501C5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8DA82-FBD4-CCB5-5E34-5766D1D17E8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13421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2" ma:contentTypeDescription="Create a new document." ma:contentTypeScope="" ma:versionID="7f357fbe57b84af1bdddcd22c912bac7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01aca49933565aaf8490f47588de525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Props1.xml><?xml version="1.0" encoding="utf-8"?>
<ds:datastoreItem xmlns:ds="http://schemas.openxmlformats.org/officeDocument/2006/customXml" ds:itemID="{0A62184A-FEE7-42AA-86BE-4760650221E9}">
  <ds:schemaRefs>
    <ds:schemaRef ds:uri="758526ea-ff42-49f4-966e-8b92dfb8c37c"/>
    <ds:schemaRef ds:uri="baa02956-e5b0-401a-adb6-d3ab856a8db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517E194-3F2D-4BC4-9EAF-A0569BAF4335}">
  <ds:schemaRefs>
    <ds:schemaRef ds:uri="baa02956-e5b0-401a-adb6-d3ab856a8db1"/>
    <ds:schemaRef ds:uri="http://purl.org/dc/elements/1.1/"/>
    <ds:schemaRef ds:uri="http://schemas.openxmlformats.org/package/2006/metadata/core-properties"/>
    <ds:schemaRef ds:uri="http://schemas.microsoft.com/office/2006/documentManagement/types"/>
    <ds:schemaRef ds:uri="758526ea-ff42-49f4-966e-8b92dfb8c37c"/>
    <ds:schemaRef ds:uri="http://purl.org/dc/terms/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103</Words>
  <Application>Microsoft Macintosh PowerPoint</Application>
  <PresentationFormat>Widescreen</PresentationFormat>
  <Paragraphs>34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Helvetica</vt:lpstr>
      <vt:lpstr>Helvetica Neue</vt:lpstr>
      <vt:lpstr>Helvetica Neue Light</vt:lpstr>
      <vt:lpstr>Black</vt:lpstr>
      <vt:lpstr>Claude Code Intro</vt:lpstr>
      <vt:lpstr>Agenda</vt:lpstr>
      <vt:lpstr>Jotting down some ideas</vt:lpstr>
      <vt:lpstr>PowerPoint Presentation</vt:lpstr>
      <vt:lpstr>PowerPoint Presentation</vt:lpstr>
      <vt:lpstr>Hooks</vt:lpstr>
      <vt:lpstr>Claude Code Plans</vt:lpstr>
      <vt:lpstr>Headless mode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15</cp:revision>
  <dcterms:modified xsi:type="dcterms:W3CDTF">2026-01-14T05:30:20Z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