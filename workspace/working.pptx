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43" r:id="rId5"/>
    <p:sldId id="344" r:id="rId6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375" r:id="rId44"/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6" r:id="rId55"/>
    <p:sldId id="387" r:id="rId56"/>
    <p:sldId id="388" r:id="rId57"/>
    <p:sldId id="389" r:id="rId58"/>
    <p:sldId id="390" r:id="rId59"/>
    <p:sldId id="391" r:id="rId60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24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cha Breakstone" initials="M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F5B"/>
    <a:srgbClr val="001133"/>
    <a:srgbClr val="000308"/>
    <a:srgbClr val="001A4D"/>
    <a:srgbClr val="00205F"/>
    <a:srgbClr val="16E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94"/>
  </p:normalViewPr>
  <p:slideViewPr>
    <p:cSldViewPr snapToGrid="0">
      <p:cViewPr varScale="1">
        <p:scale>
          <a:sx n="114" d="100"/>
          <a:sy n="114" d="100"/>
        </p:scale>
        <p:origin x="200" y="328"/>
      </p:cViewPr>
      <p:guideLst>
        <p:guide orient="horz" pos="240"/>
        <p:guide pos="3840"/>
        <p:guide pos="240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commentAuthors" Target="commentAuthor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8C4DA5-1F50-07BA-61AB-EC375CAA0C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081F7-2215-2CF4-28B4-9CECFC4AAF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02C26-7A89-43ED-8411-2303B4D0879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E85004-CDBA-4130-C170-DD80721372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524A8-90CF-47B3-629C-01F2E5D97E6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CA07C-3E08-48E7-B2B3-670A1D7D8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89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Shape 14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1pPr>
    <a:lvl2pPr indent="1143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89000" y="3536950"/>
            <a:ext cx="10414000" cy="7937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27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27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27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27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2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0FA663-7383-DBEA-0822-E60A81C633F0}"/>
              </a:ext>
            </a:extLst>
          </p:cNvPr>
          <p:cNvSpPr/>
          <p:nvPr userDrawn="1"/>
        </p:nvSpPr>
        <p:spPr>
          <a:xfrm>
            <a:off x="391893" y="1510234"/>
            <a:ext cx="10502900" cy="4663440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  <a:defRPr>
                <a:solidFill>
                  <a:sysClr val="windowText" lastClr="000000"/>
                </a:solidFill>
              </a:defRPr>
            </a:lvl1pPr>
            <a:lvl2pPr>
              <a:buClrTx/>
              <a:defRPr>
                <a:solidFill>
                  <a:sysClr val="windowText" lastClr="000000"/>
                </a:solidFill>
              </a:defRPr>
            </a:lvl2pPr>
            <a:lvl3pPr>
              <a:buClrTx/>
              <a:defRPr>
                <a:solidFill>
                  <a:sysClr val="windowText" lastClr="000000"/>
                </a:solidFill>
              </a:defRPr>
            </a:lvl3pPr>
            <a:lvl4pPr>
              <a:buClrTx/>
              <a:defRPr>
                <a:solidFill>
                  <a:sysClr val="windowText" lastClr="000000"/>
                </a:solidFill>
              </a:defRPr>
            </a:lvl4pPr>
            <a:lvl5pPr>
              <a:buClrTx/>
              <a:defRPr>
                <a:solidFill>
                  <a:sysClr val="windowText" lastClr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748090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608D-4713-EC4E-8282-1C5903FF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3942-D76B-E483-FD9F-5C81E63F7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85425-7D1C-09B7-607F-1A6EFECEA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6D3-DAA8-1045-973E-B04736FFA309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40273-0B5C-173D-2556-D11627A5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E5416-1A1B-9395-6E3C-3A72C99BF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96A5-FD69-DA43-B2E1-3F15D4A7FF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37EA6-3581-4CC5-574C-8C5FC52F2DA3}"/>
              </a:ext>
            </a:extLst>
          </p:cNvPr>
          <p:cNvSpPr txBox="1"/>
          <p:nvPr userDrawn="1"/>
        </p:nvSpPr>
        <p:spPr>
          <a:xfrm>
            <a:off x="9869424" y="13414"/>
            <a:ext cx="2322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>
                <a:solidFill>
                  <a:schemeClr val="bg1"/>
                </a:solidFill>
                <a:latin typeface="Helvetica" pitchFamily="2" charset="0"/>
              </a:rPr>
              <a:t>CONFIDENTIAL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C72B28-BA7F-AB94-BC28-D32B4CF83E0C}"/>
              </a:ext>
            </a:extLst>
          </p:cNvPr>
          <p:cNvSpPr/>
          <p:nvPr userDrawn="1"/>
        </p:nvSpPr>
        <p:spPr>
          <a:xfrm>
            <a:off x="838200" y="1146412"/>
            <a:ext cx="10515600" cy="50305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055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00205F"/>
            </a:gs>
            <a:gs pos="7000">
              <a:schemeClr val="bg1"/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86899" y="386899"/>
            <a:ext cx="10502900" cy="60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87391" y="1510234"/>
            <a:ext cx="105029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11895444" y="6542617"/>
            <a:ext cx="29655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C0A49765-7C13-4464-8753-5BEDD4AF8F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A81DF-5627-809F-F7C0-20F4F8BD82D8}"/>
              </a:ext>
            </a:extLst>
          </p:cNvPr>
          <p:cNvSpPr txBox="1"/>
          <p:nvPr userDrawn="1"/>
        </p:nvSpPr>
        <p:spPr>
          <a:xfrm>
            <a:off x="11150048" y="0"/>
            <a:ext cx="1041952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1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CONFIDENTIAL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CA1D80-2B1F-14C2-193E-5A3CEC80E93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4356" t="11145" r="84944" b="51846"/>
          <a:stretch>
            <a:fillRect/>
          </a:stretch>
        </p:blipFill>
        <p:spPr>
          <a:xfrm>
            <a:off x="0" y="6540500"/>
            <a:ext cx="422275" cy="289375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4" r:id="rId3"/>
    <p:sldLayoutId id="2147483665" r:id="rId4"/>
  </p:sldLayoutIdLst>
  <p:transition spd="med"/>
  <p:hf hdr="0" ftr="0" dt="0"/>
  <p:txStyles>
    <p:titleStyle>
      <a:lvl1pPr marL="0" marR="0" indent="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FFFFFF"/>
          </a:solidFill>
          <a:uFillTx/>
          <a:latin typeface="Helvetica" pitchFamily="2" charset="0"/>
          <a:ea typeface="+mn-ea"/>
          <a:cs typeface="+mn-cs"/>
          <a:sym typeface="Helvetica Neue Medium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5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7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2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0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4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1143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3429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5715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8001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orient="horz" pos="22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A6C8F9-8DD9-00D7-6D2F-2FE379F7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395006"/>
            <a:ext cx="10414000" cy="2324100"/>
          </a:xfrm>
        </p:spPr>
        <p:txBody>
          <a:bodyPr/>
          <a:lstStyle/>
          <a:p>
            <a:r>
              <a:rPr lang="en-US" dirty="0"/>
              <a:t>Claude Code Intro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2522C-1B9A-EB00-6026-62649AE5660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89000" y="2782606"/>
            <a:ext cx="10414000" cy="793750"/>
          </a:xfrm>
        </p:spPr>
        <p:txBody>
          <a:bodyPr/>
          <a:lstStyle/>
          <a:p>
            <a:pPr algn="l"/>
            <a:r>
              <a:rPr lang="en-US"/>
              <a:t>January 14, 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E88BA0-9342-F21E-9BC5-D4ECCCFCAC3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805652-B379-F4E2-23B4-1D99A2736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"/>
          <a:stretch>
            <a:fillRect/>
          </a:stretch>
        </p:blipFill>
        <p:spPr>
          <a:xfrm>
            <a:off x="-133" y="4430994"/>
            <a:ext cx="12192265" cy="242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7625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1964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D000A7A8EA4549909635EE44265AE2" ma:contentTypeVersion="12" ma:contentTypeDescription="Create a new document." ma:contentTypeScope="" ma:versionID="7f357fbe57b84af1bdddcd22c912bac7">
  <xsd:schema xmlns:xsd="http://www.w3.org/2001/XMLSchema" xmlns:xs="http://www.w3.org/2001/XMLSchema" xmlns:p="http://schemas.microsoft.com/office/2006/metadata/properties" xmlns:ns2="baa02956-e5b0-401a-adb6-d3ab856a8db1" xmlns:ns3="758526ea-ff42-49f4-966e-8b92dfb8c37c" targetNamespace="http://schemas.microsoft.com/office/2006/metadata/properties" ma:root="true" ma:fieldsID="f01aca49933565aaf8490f47588de525" ns2:_="" ns3:_="">
    <xsd:import namespace="baa02956-e5b0-401a-adb6-d3ab856a8db1"/>
    <xsd:import namespace="758526ea-ff42-49f4-966e-8b92dfb8c3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a02956-e5b0-401a-adb6-d3ab856a8d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1fcaec3-bbe8-47cb-8230-d56e5e00ee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526ea-ff42-49f4-966e-8b92dfb8c37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ab7eb4-bfd3-4979-82d9-0ddc6ac1411b}" ma:internalName="TaxCatchAll" ma:showField="CatchAllData" ma:web="758526ea-ff42-49f4-966e-8b92dfb8c3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aa02956-e5b0-401a-adb6-d3ab856a8db1">
      <Terms xmlns="http://schemas.microsoft.com/office/infopath/2007/PartnerControls"/>
    </lcf76f155ced4ddcb4097134ff3c332f>
    <TaxCatchAll xmlns="758526ea-ff42-49f4-966e-8b92dfb8c37c" xsi:nil="true"/>
  </documentManagement>
</p:properties>
</file>

<file path=customXml/itemProps1.xml><?xml version="1.0" encoding="utf-8"?>
<ds:datastoreItem xmlns:ds="http://schemas.openxmlformats.org/officeDocument/2006/customXml" ds:itemID="{0A62184A-FEE7-42AA-86BE-4760650221E9}">
  <ds:schemaRefs>
    <ds:schemaRef ds:uri="758526ea-ff42-49f4-966e-8b92dfb8c37c"/>
    <ds:schemaRef ds:uri="baa02956-e5b0-401a-adb6-d3ab856a8d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04B941D-E84F-47C8-84C7-8C66135B4C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17E194-3F2D-4BC4-9EAF-A0569BAF4335}">
  <ds:schemaRefs>
    <ds:schemaRef ds:uri="baa02956-e5b0-401a-adb6-d3ab856a8db1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758526ea-ff42-49f4-966e-8b92dfb8c37c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103</Words>
  <Application>Microsoft Macintosh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Helvetica</vt:lpstr>
      <vt:lpstr>Helvetica Neue</vt:lpstr>
      <vt:lpstr>Helvetica Neue Light</vt:lpstr>
      <vt:lpstr>Black</vt:lpstr>
      <vt:lpstr>Claude Code Intro</vt:lpstr>
      <vt:lpstr>Agenda</vt:lpstr>
      <vt:lpstr>Jotting down some ideas</vt:lpstr>
      <vt:lpstr>PowerPoint Presentation</vt:lpstr>
      <vt:lpstr>PowerPoint Presentation</vt:lpstr>
      <vt:lpstr>Hooks</vt:lpstr>
      <vt:lpstr>Claude Code Plans</vt:lpstr>
      <vt:lpstr>Headless mode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 weinreb</dc:creator>
  <cp:lastModifiedBy>changhee@somite.ai</cp:lastModifiedBy>
  <cp:revision>15</cp:revision>
  <dcterms:modified xsi:type="dcterms:W3CDTF">2026-01-14T05:30:20Z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0x010100C8D000A7A8EA4549909635EE44265AE2</vt:lpwstr>
  </property>
  <property fmtid="{D5CDD505-2E9C-101B-9397-08002B2CF9AE}" pid="3" name="MediaServiceImageTags">
    <vt:lpwstr/>
  </property>
</Properties>
</file>