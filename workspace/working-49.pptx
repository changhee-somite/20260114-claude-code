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43" r:id="rId5"/>
    <p:sldId id="344" r:id="rId6"/>
    <p:sldId id="351" r:id="rId20"/>
    <p:sldId id="352" r:id="rId21"/>
    <p:sldId id="353" r:id="rId22"/>
    <p:sldId id="354" r:id="rId23"/>
    <p:sldId id="355" r:id="rId24"/>
    <p:sldId id="356" r:id="rId25"/>
    <p:sldId id="357" r:id="rId26"/>
    <p:sldId id="358" r:id="rId27"/>
    <p:sldId id="359" r:id="rId28"/>
    <p:sldId id="360" r:id="rId29"/>
    <p:sldId id="361" r:id="rId30"/>
    <p:sldId id="362" r:id="rId31"/>
    <p:sldId id="363" r:id="rId32"/>
    <p:sldId id="364" r:id="rId33"/>
    <p:sldId id="365" r:id="rId34"/>
    <p:sldId id="366" r:id="rId35"/>
    <p:sldId id="367" r:id="rId36"/>
    <p:sldId id="368" r:id="rId37"/>
    <p:sldId id="369" r:id="rId38"/>
    <p:sldId id="370" r:id="rId39"/>
    <p:sldId id="371" r:id="rId40"/>
    <p:sldId id="372" r:id="rId41"/>
    <p:sldId id="373" r:id="rId42"/>
    <p:sldId id="374" r:id="rId43"/>
    <p:sldId id="375" r:id="rId44"/>
    <p:sldId id="376" r:id="rId45"/>
    <p:sldId id="377" r:id="rId46"/>
    <p:sldId id="378" r:id="rId47"/>
    <p:sldId id="379" r:id="rId48"/>
    <p:sldId id="380" r:id="rId49"/>
    <p:sldId id="381" r:id="rId50"/>
    <p:sldId id="382" r:id="rId51"/>
    <p:sldId id="383" r:id="rId52"/>
    <p:sldId id="384" r:id="rId53"/>
    <p:sldId id="385" r:id="rId54"/>
    <p:sldId id="386" r:id="rId55"/>
    <p:sldId id="387" r:id="rId56"/>
    <p:sldId id="388" r:id="rId57"/>
    <p:sldId id="389" r:id="rId58"/>
    <p:sldId id="390" r:id="rId59"/>
    <p:sldId id="391" r:id="rId60"/>
    <p:sldId id="392" r:id="rId61"/>
    <p:sldId id="393" r:id="rId62"/>
    <p:sldId id="394" r:id="rId63"/>
    <p:sldId id="395" r:id="rId64"/>
    <p:sldId id="396" r:id="rId65"/>
    <p:sldId id="397" r:id="rId66"/>
  </p:sldIdLst>
  <p:sldSz cx="12192000" cy="6858000"/>
  <p:notesSz cx="6858000" cy="9144000"/>
  <p:defaultTextStyle>
    <a:defPPr marL="0" marR="0" indent="0" algn="l" defTabSz="4572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24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A4A3A4"/>
          </p15:clr>
        </p15:guide>
        <p15:guide id="4" orient="horz" pos="226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cha Breakstone" initials="MB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F5B"/>
    <a:srgbClr val="001133"/>
    <a:srgbClr val="000308"/>
    <a:srgbClr val="001A4D"/>
    <a:srgbClr val="00205F"/>
    <a:srgbClr val="16E7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6D6"/>
              </a:solidFill>
              <a:prstDash val="solid"/>
              <a:miter lim="400000"/>
            </a:ln>
          </a:left>
          <a:right>
            <a:ln w="254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254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6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6D6"/>
              </a:solidFill>
              <a:prstDash val="solid"/>
              <a:miter lim="400000"/>
            </a:ln>
          </a:top>
          <a:bottom>
            <a:ln w="254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84E00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AAAAA"/>
              </a:solidFill>
              <a:prstDash val="solid"/>
              <a:miter lim="400000"/>
            </a:ln>
          </a:left>
          <a:right>
            <a:ln w="12700" cap="flat">
              <a:solidFill>
                <a:srgbClr val="AAAAAA"/>
              </a:solidFill>
              <a:prstDash val="solid"/>
              <a:miter lim="400000"/>
            </a:ln>
          </a:right>
          <a:top>
            <a:ln w="12700" cap="flat">
              <a:solidFill>
                <a:srgbClr val="AAAAAA"/>
              </a:solidFill>
              <a:prstDash val="solid"/>
              <a:miter lim="400000"/>
            </a:ln>
          </a:top>
          <a:bottom>
            <a:ln w="12700" cap="flat">
              <a:solidFill>
                <a:srgbClr val="AAAAAA"/>
              </a:solidFill>
              <a:prstDash val="solid"/>
              <a:miter lim="400000"/>
            </a:ln>
          </a:bottom>
          <a:insideH>
            <a:ln w="12700" cap="flat">
              <a:solidFill>
                <a:srgbClr val="AAAAAA"/>
              </a:solidFill>
              <a:prstDash val="solid"/>
              <a:miter lim="400000"/>
            </a:ln>
          </a:insideH>
          <a:insideV>
            <a:ln w="12700" cap="flat">
              <a:solidFill>
                <a:srgbClr val="AAAAAA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hueOff val="-119728"/>
              <a:satOff val="5580"/>
              <a:lumOff val="-12961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09090"/>
              </a:solidFill>
              <a:prstDash val="solid"/>
              <a:miter lim="400000"/>
            </a:ln>
          </a:left>
          <a:right>
            <a:ln w="12700" cap="flat">
              <a:solidFill>
                <a:srgbClr val="909090"/>
              </a:solidFill>
              <a:prstDash val="solid"/>
              <a:miter lim="400000"/>
            </a:ln>
          </a:right>
          <a:top>
            <a:ln w="12700" cap="flat">
              <a:solidFill>
                <a:srgbClr val="909090"/>
              </a:solidFill>
              <a:prstDash val="solid"/>
              <a:miter lim="400000"/>
            </a:ln>
          </a:top>
          <a:bottom>
            <a:ln w="12700" cap="flat">
              <a:solidFill>
                <a:srgbClr val="909090"/>
              </a:solidFill>
              <a:prstDash val="solid"/>
              <a:miter lim="400000"/>
            </a:ln>
          </a:bottom>
          <a:insideH>
            <a:ln w="12700" cap="flat">
              <a:solidFill>
                <a:srgbClr val="909090"/>
              </a:solidFill>
              <a:prstDash val="solid"/>
              <a:miter lim="400000"/>
            </a:ln>
          </a:insideH>
          <a:insideV>
            <a:ln w="12700" cap="flat">
              <a:solidFill>
                <a:srgbClr val="90909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98089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2"/>
    <p:restoredTop sz="94694"/>
  </p:normalViewPr>
  <p:slideViewPr>
    <p:cSldViewPr snapToGrid="0">
      <p:cViewPr varScale="1">
        <p:scale>
          <a:sx n="114" d="100"/>
          <a:sy n="114" d="100"/>
        </p:scale>
        <p:origin x="200" y="328"/>
      </p:cViewPr>
      <p:guideLst>
        <p:guide orient="horz" pos="240"/>
        <p:guide pos="3840"/>
        <p:guide pos="240"/>
        <p:guide orient="horz" pos="22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commentAuthors" Target="commentAuthors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Relationship Id="rId52" Type="http://schemas.openxmlformats.org/officeDocument/2006/relationships/slide" Target="slides/slide41.xml"/><Relationship Id="rId53" Type="http://schemas.openxmlformats.org/officeDocument/2006/relationships/slide" Target="slides/slide42.xml"/><Relationship Id="rId54" Type="http://schemas.openxmlformats.org/officeDocument/2006/relationships/slide" Target="slides/slide43.xml"/><Relationship Id="rId55" Type="http://schemas.openxmlformats.org/officeDocument/2006/relationships/slide" Target="slides/slide44.xml"/><Relationship Id="rId56" Type="http://schemas.openxmlformats.org/officeDocument/2006/relationships/slide" Target="slides/slide45.xml"/><Relationship Id="rId57" Type="http://schemas.openxmlformats.org/officeDocument/2006/relationships/slide" Target="slides/slide46.xml"/><Relationship Id="rId58" Type="http://schemas.openxmlformats.org/officeDocument/2006/relationships/slide" Target="slides/slide47.xml"/><Relationship Id="rId59" Type="http://schemas.openxmlformats.org/officeDocument/2006/relationships/slide" Target="slides/slide48.xml"/><Relationship Id="rId60" Type="http://schemas.openxmlformats.org/officeDocument/2006/relationships/slide" Target="slides/slide49.xml"/><Relationship Id="rId61" Type="http://schemas.openxmlformats.org/officeDocument/2006/relationships/slide" Target="slides/slide50.xml"/><Relationship Id="rId62" Type="http://schemas.openxmlformats.org/officeDocument/2006/relationships/slide" Target="slides/slide51.xml"/><Relationship Id="rId63" Type="http://schemas.openxmlformats.org/officeDocument/2006/relationships/slide" Target="slides/slide52.xml"/><Relationship Id="rId64" Type="http://schemas.openxmlformats.org/officeDocument/2006/relationships/slide" Target="slides/slide53.xml"/><Relationship Id="rId65" Type="http://schemas.openxmlformats.org/officeDocument/2006/relationships/slide" Target="slides/slide54.xml"/><Relationship Id="rId66" Type="http://schemas.openxmlformats.org/officeDocument/2006/relationships/slide" Target="slides/slide5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38C4DA5-1F50-07BA-61AB-EC375CAA0C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C081F7-2215-2CF4-28B4-9CECFC4AAFF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602C26-7A89-43ED-8411-2303B4D08797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E85004-CDBA-4130-C170-DD80721372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D524A8-90CF-47B3-629C-01F2E5D97E6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CA07C-3E08-48E7-B2B3-670A1D7D8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389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5" name="Shape 14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1pPr>
    <a:lvl2pPr indent="1143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2pPr>
    <a:lvl3pPr indent="2286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3pPr>
    <a:lvl4pPr indent="3429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4pPr>
    <a:lvl5pPr indent="4572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5pPr>
    <a:lvl6pPr indent="5715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6pPr>
    <a:lvl7pPr indent="6858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7pPr>
    <a:lvl8pPr indent="8001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8pPr>
    <a:lvl9pPr indent="9144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889000" y="1149350"/>
            <a:ext cx="10414000" cy="23241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89000" y="3536950"/>
            <a:ext cx="10414000" cy="79375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Tx/>
              <a:buSzTx/>
              <a:buNone/>
              <a:defRPr sz="2700"/>
            </a:lvl1pPr>
            <a:lvl2pPr marL="0" indent="0" algn="ctr">
              <a:spcBef>
                <a:spcPts val="0"/>
              </a:spcBef>
              <a:buClrTx/>
              <a:buSzTx/>
              <a:buNone/>
              <a:defRPr sz="2700"/>
            </a:lvl2pPr>
            <a:lvl3pPr marL="0" indent="0" algn="ctr">
              <a:spcBef>
                <a:spcPts val="0"/>
              </a:spcBef>
              <a:buClrTx/>
              <a:buSzTx/>
              <a:buNone/>
              <a:defRPr sz="2700"/>
            </a:lvl3pPr>
            <a:lvl4pPr marL="0" indent="0" algn="ctr">
              <a:spcBef>
                <a:spcPts val="0"/>
              </a:spcBef>
              <a:buClrTx/>
              <a:buSzTx/>
              <a:buNone/>
              <a:defRPr sz="2700"/>
            </a:lvl4pPr>
            <a:lvl5pPr marL="0" indent="0" algn="ctr">
              <a:spcBef>
                <a:spcPts val="0"/>
              </a:spcBef>
              <a:buClrTx/>
              <a:buSzTx/>
              <a:buNone/>
              <a:defRPr sz="27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" pitchFamily="2" charset="0"/>
              </a:defRPr>
            </a:lvl1pPr>
          </a:lstStyle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anchor="t"/>
          <a:lstStyle>
            <a:lvl1pPr>
              <a:buClrTx/>
            </a:lvl1pPr>
            <a:lvl2pPr>
              <a:buClrTx/>
            </a:lvl2pPr>
            <a:lvl3pPr>
              <a:buClrTx/>
            </a:lvl3pPr>
            <a:lvl4pPr>
              <a:buClrTx/>
            </a:lvl4pPr>
            <a:lvl5pPr>
              <a:buClr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0FA663-7383-DBEA-0822-E60A81C633F0}"/>
              </a:ext>
            </a:extLst>
          </p:cNvPr>
          <p:cNvSpPr/>
          <p:nvPr userDrawn="1"/>
        </p:nvSpPr>
        <p:spPr>
          <a:xfrm>
            <a:off x="391893" y="1510234"/>
            <a:ext cx="10502900" cy="4663440"/>
          </a:xfrm>
          <a:prstGeom prst="rect">
            <a:avLst/>
          </a:prstGeom>
          <a:solidFill>
            <a:schemeClr val="tx1"/>
          </a:solidFill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56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" pitchFamily="2" charset="0"/>
              </a:defRPr>
            </a:lvl1pPr>
          </a:lstStyle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anchor="t"/>
          <a:lstStyle>
            <a:lvl1pPr>
              <a:buClrTx/>
              <a:defRPr>
                <a:solidFill>
                  <a:sysClr val="windowText" lastClr="000000"/>
                </a:solidFill>
              </a:defRPr>
            </a:lvl1pPr>
            <a:lvl2pPr>
              <a:buClrTx/>
              <a:defRPr>
                <a:solidFill>
                  <a:sysClr val="windowText" lastClr="000000"/>
                </a:solidFill>
              </a:defRPr>
            </a:lvl2pPr>
            <a:lvl3pPr>
              <a:buClrTx/>
              <a:defRPr>
                <a:solidFill>
                  <a:sysClr val="windowText" lastClr="000000"/>
                </a:solidFill>
              </a:defRPr>
            </a:lvl3pPr>
            <a:lvl4pPr>
              <a:buClrTx/>
              <a:defRPr>
                <a:solidFill>
                  <a:sysClr val="windowText" lastClr="000000"/>
                </a:solidFill>
              </a:defRPr>
            </a:lvl4pPr>
            <a:lvl5pPr>
              <a:buClrTx/>
              <a:defRPr>
                <a:solidFill>
                  <a:sysClr val="windowText" lastClr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7480909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5608D-4713-EC4E-8282-1C5903FFF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03942-D76B-E483-FD9F-5C81E63F7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85425-7D1C-09B7-607F-1A6EFECEA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2E6D3-DAA8-1045-973E-B04736FFA309}" type="datetime1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40273-0B5C-173D-2556-D11627A5D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E5416-1A1B-9395-6E3C-3A72C99BF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396A5-FD69-DA43-B2E1-3F15D4A7FF7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637EA6-3581-4CC5-574C-8C5FC52F2DA3}"/>
              </a:ext>
            </a:extLst>
          </p:cNvPr>
          <p:cNvSpPr txBox="1"/>
          <p:nvPr userDrawn="1"/>
        </p:nvSpPr>
        <p:spPr>
          <a:xfrm>
            <a:off x="9869424" y="13414"/>
            <a:ext cx="23225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>
                <a:solidFill>
                  <a:schemeClr val="bg1"/>
                </a:solidFill>
                <a:latin typeface="Helvetica" pitchFamily="2" charset="0"/>
              </a:rPr>
              <a:t>CONFIDENTIAL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C72B28-BA7F-AB94-BC28-D32B4CF83E0C}"/>
              </a:ext>
            </a:extLst>
          </p:cNvPr>
          <p:cNvSpPr/>
          <p:nvPr userDrawn="1"/>
        </p:nvSpPr>
        <p:spPr>
          <a:xfrm>
            <a:off x="838200" y="1146412"/>
            <a:ext cx="10515600" cy="50305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0055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00205F"/>
            </a:gs>
            <a:gs pos="7000">
              <a:schemeClr val="bg1"/>
            </a:gs>
          </a:gsLst>
          <a:lin ang="1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386899" y="386899"/>
            <a:ext cx="10502900" cy="60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t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387391" y="1510234"/>
            <a:ext cx="10502900" cy="464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t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01"/>
          <p:cNvSpPr txBox="1">
            <a:spLocks noGrp="1"/>
          </p:cNvSpPr>
          <p:nvPr>
            <p:ph type="sldNum" sz="quarter" idx="2"/>
          </p:nvPr>
        </p:nvSpPr>
        <p:spPr>
          <a:xfrm>
            <a:off x="11895444" y="6542617"/>
            <a:ext cx="296556" cy="28725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spcBef>
                <a:spcPts val="0"/>
              </a:spcBef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C0A49765-7C13-4464-8753-5BEDD4AF8F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DA81DF-5627-809F-F7C0-20F4F8BD82D8}"/>
              </a:ext>
            </a:extLst>
          </p:cNvPr>
          <p:cNvSpPr txBox="1"/>
          <p:nvPr userDrawn="1"/>
        </p:nvSpPr>
        <p:spPr>
          <a:xfrm>
            <a:off x="11150048" y="0"/>
            <a:ext cx="1041952" cy="2564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1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CONFIDENTIAL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CA1D80-2B1F-14C2-193E-5A3CEC80E93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l="4356" t="11145" r="84944" b="51846"/>
          <a:stretch>
            <a:fillRect/>
          </a:stretch>
        </p:blipFill>
        <p:spPr>
          <a:xfrm>
            <a:off x="0" y="6540500"/>
            <a:ext cx="422275" cy="289375"/>
          </a:xfrm>
          <a:prstGeom prst="rect">
            <a:avLst/>
          </a:prstGeom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64" r:id="rId3"/>
    <p:sldLayoutId id="2147483665" r:id="rId4"/>
  </p:sldLayoutIdLst>
  <p:transition spd="med"/>
  <p:hf hdr="0" ftr="0" dt="0"/>
  <p:txStyles>
    <p:titleStyle>
      <a:lvl1pPr marL="0" marR="0" indent="0" algn="l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FFFFFF"/>
          </a:solidFill>
          <a:uFillTx/>
          <a:latin typeface="Helvetica" pitchFamily="2" charset="0"/>
          <a:ea typeface="+mn-ea"/>
          <a:cs typeface="+mn-cs"/>
          <a:sym typeface="Helvetica Neue Medium"/>
        </a:defRPr>
      </a:lvl1pPr>
      <a:lvl2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317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6350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18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952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15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2700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12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1587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10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19050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2222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25400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2857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1143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3429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5715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8001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40" userDrawn="1">
          <p15:clr>
            <a:srgbClr val="F26B43"/>
          </p15:clr>
        </p15:guide>
        <p15:guide id="4" orient="horz" pos="226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A6C8F9-8DD9-00D7-6D2F-2FE379F77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00" y="395006"/>
            <a:ext cx="10414000" cy="2324100"/>
          </a:xfrm>
        </p:spPr>
        <p:txBody>
          <a:bodyPr/>
          <a:lstStyle/>
          <a:p>
            <a:r>
              <a:rPr lang="en-US" dirty="0"/>
              <a:t>Claude Code Intro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62522C-1B9A-EB00-6026-62649AE56607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889000" y="2782606"/>
            <a:ext cx="10414000" cy="793750"/>
          </a:xfrm>
        </p:spPr>
        <p:txBody>
          <a:bodyPr/>
          <a:lstStyle/>
          <a:p>
            <a:pPr algn="l"/>
            <a:r>
              <a:rPr lang="en-US"/>
              <a:t>January 14, 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E88BA0-9342-F21E-9BC5-D4ECCCFCAC3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805652-B379-F4E2-23B4-1D99A27368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"/>
          <a:stretch>
            <a:fillRect/>
          </a:stretch>
        </p:blipFill>
        <p:spPr>
          <a:xfrm>
            <a:off x="-133" y="4430994"/>
            <a:ext cx="12192265" cy="242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87625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11964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D000A7A8EA4549909635EE44265AE2" ma:contentTypeVersion="12" ma:contentTypeDescription="Create a new document." ma:contentTypeScope="" ma:versionID="7f357fbe57b84af1bdddcd22c912bac7">
  <xsd:schema xmlns:xsd="http://www.w3.org/2001/XMLSchema" xmlns:xs="http://www.w3.org/2001/XMLSchema" xmlns:p="http://schemas.microsoft.com/office/2006/metadata/properties" xmlns:ns2="baa02956-e5b0-401a-adb6-d3ab856a8db1" xmlns:ns3="758526ea-ff42-49f4-966e-8b92dfb8c37c" targetNamespace="http://schemas.microsoft.com/office/2006/metadata/properties" ma:root="true" ma:fieldsID="f01aca49933565aaf8490f47588de525" ns2:_="" ns3:_="">
    <xsd:import namespace="baa02956-e5b0-401a-adb6-d3ab856a8db1"/>
    <xsd:import namespace="758526ea-ff42-49f4-966e-8b92dfb8c3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a02956-e5b0-401a-adb6-d3ab856a8d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1fcaec3-bbe8-47cb-8230-d56e5e00eeb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526ea-ff42-49f4-966e-8b92dfb8c37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dab7eb4-bfd3-4979-82d9-0ddc6ac1411b}" ma:internalName="TaxCatchAll" ma:showField="CatchAllData" ma:web="758526ea-ff42-49f4-966e-8b92dfb8c37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aa02956-e5b0-401a-adb6-d3ab856a8db1">
      <Terms xmlns="http://schemas.microsoft.com/office/infopath/2007/PartnerControls"/>
    </lcf76f155ced4ddcb4097134ff3c332f>
    <TaxCatchAll xmlns="758526ea-ff42-49f4-966e-8b92dfb8c37c" xsi:nil="true"/>
  </documentManagement>
</p:properties>
</file>

<file path=customXml/itemProps1.xml><?xml version="1.0" encoding="utf-8"?>
<ds:datastoreItem xmlns:ds="http://schemas.openxmlformats.org/officeDocument/2006/customXml" ds:itemID="{0A62184A-FEE7-42AA-86BE-4760650221E9}">
  <ds:schemaRefs>
    <ds:schemaRef ds:uri="758526ea-ff42-49f4-966e-8b92dfb8c37c"/>
    <ds:schemaRef ds:uri="baa02956-e5b0-401a-adb6-d3ab856a8db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04B941D-E84F-47C8-84C7-8C66135B4CA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17E194-3F2D-4BC4-9EAF-A0569BAF4335}">
  <ds:schemaRefs>
    <ds:schemaRef ds:uri="baa02956-e5b0-401a-adb6-d3ab856a8db1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758526ea-ff42-49f4-966e-8b92dfb8c37c"/>
    <ds:schemaRef ds:uri="http://purl.org/dc/terms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103</Words>
  <Application>Microsoft Macintosh PowerPoint</Application>
  <PresentationFormat>Widescreen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Helvetica</vt:lpstr>
      <vt:lpstr>Helvetica Neue</vt:lpstr>
      <vt:lpstr>Helvetica Neue Light</vt:lpstr>
      <vt:lpstr>Black</vt:lpstr>
      <vt:lpstr>Claude Code Intro</vt:lpstr>
      <vt:lpstr>Agenda</vt:lpstr>
      <vt:lpstr>Jotting down some ideas</vt:lpstr>
      <vt:lpstr>PowerPoint Presentation</vt:lpstr>
      <vt:lpstr>PowerPoint Presentation</vt:lpstr>
      <vt:lpstr>Hooks</vt:lpstr>
      <vt:lpstr>Claude Code Plans</vt:lpstr>
      <vt:lpstr>Headless mode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leon weinreb</dc:creator>
  <cp:lastModifiedBy>changhee@somite.ai</cp:lastModifiedBy>
  <cp:revision>15</cp:revision>
  <dcterms:modified xsi:type="dcterms:W3CDTF">2026-01-14T05:30:20Z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0x010100C8D000A7A8EA4549909635EE44265AE2</vt:lpwstr>
  </property>
  <property fmtid="{D5CDD505-2E9C-101B-9397-08002B2CF9AE}" pid="3" name="MediaServiceImageTags">
    <vt:lpwstr/>
  </property>
</Properties>
</file>