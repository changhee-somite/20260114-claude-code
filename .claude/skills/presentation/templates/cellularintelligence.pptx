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6"/>
  </p:notesMasterIdLst>
  <p:sldIdLst>
    <p:sldId id="256" r:id="rId5"/>
    <p:sldId id="257" r:id="rId13"/>
    <p:sldId id="258" r:id="rId14"/>
    <p:sldId id="259" r:id="rId15"/>
    <p:sldId id="260" r:id="rId16"/>
    <p:sldId id="261" r:id="rId17"/>
    <p:sldId id="262" r:id="rId18"/>
  </p:sldIdLst>
  <p:sldSz cx="12192000" cy="6858000"/>
  <p:notesSz cx="6858000" cy="9144000"/>
  <p:defaultTextStyle>
    <a:defPPr marL="0" marR="0" indent="0" algn="l" defTabSz="4572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9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0" algn="l" defTabSz="412750" rtl="0" fontAlgn="auto" latinLnBrk="0" hangingPunct="0">
      <a:lnSpc>
        <a:spcPct val="100000"/>
      </a:lnSpc>
      <a:spcBef>
        <a:spcPts val="295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FFFFFF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24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orient="horz" pos="226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cha Breakstone" initials="MB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5F"/>
    <a:srgbClr val="16E7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5124AF-B22F-17ED-D7C7-2EFBAFD3C007}" v="5" dt="2026-01-27T21:04:04.426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6D6"/>
              </a:solidFill>
              <a:prstDash val="solid"/>
              <a:miter lim="400000"/>
            </a:ln>
          </a:left>
          <a:right>
            <a:ln w="254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254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6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6D6"/>
              </a:solidFill>
              <a:prstDash val="solid"/>
              <a:miter lim="400000"/>
            </a:ln>
          </a:top>
          <a:bottom>
            <a:ln w="254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solidFill>
            <a:srgbClr val="032650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solidFill>
                <a:srgbClr val="929292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84E00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AAAAA"/>
              </a:solidFill>
              <a:prstDash val="solid"/>
              <a:miter lim="400000"/>
            </a:ln>
          </a:left>
          <a:right>
            <a:ln w="12700" cap="flat">
              <a:solidFill>
                <a:srgbClr val="AAAAAA"/>
              </a:solidFill>
              <a:prstDash val="solid"/>
              <a:miter lim="400000"/>
            </a:ln>
          </a:right>
          <a:top>
            <a:ln w="12700" cap="flat">
              <a:solidFill>
                <a:srgbClr val="AAAAAA"/>
              </a:solidFill>
              <a:prstDash val="solid"/>
              <a:miter lim="400000"/>
            </a:ln>
          </a:top>
          <a:bottom>
            <a:ln w="12700" cap="flat">
              <a:solidFill>
                <a:srgbClr val="AAAAAA"/>
              </a:solidFill>
              <a:prstDash val="solid"/>
              <a:miter lim="400000"/>
            </a:ln>
          </a:bottom>
          <a:insideH>
            <a:ln w="12700" cap="flat">
              <a:solidFill>
                <a:srgbClr val="AAAAAA"/>
              </a:solidFill>
              <a:prstDash val="solid"/>
              <a:miter lim="400000"/>
            </a:ln>
          </a:insideH>
          <a:insideV>
            <a:ln w="12700" cap="flat">
              <a:solidFill>
                <a:srgbClr val="AAAAAA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5">
              <a:hueOff val="106375"/>
              <a:satOff val="9554"/>
              <a:lumOff val="-13516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D6D7D6"/>
              </a:solidFill>
              <a:prstDash val="solid"/>
              <a:miter lim="400000"/>
            </a:ln>
          </a:left>
          <a:right>
            <a:ln w="12700" cap="flat">
              <a:solidFill>
                <a:srgbClr val="D6D7D6"/>
              </a:solidFill>
              <a:prstDash val="solid"/>
              <a:miter lim="400000"/>
            </a:ln>
          </a:right>
          <a:top>
            <a:ln w="12700" cap="flat">
              <a:solidFill>
                <a:srgbClr val="D6D7D6"/>
              </a:solidFill>
              <a:prstDash val="solid"/>
              <a:miter lim="400000"/>
            </a:ln>
          </a:top>
          <a:bottom>
            <a:ln w="12700" cap="flat">
              <a:solidFill>
                <a:srgbClr val="D6D7D6"/>
              </a:solidFill>
              <a:prstDash val="solid"/>
              <a:miter lim="400000"/>
            </a:ln>
          </a:bottom>
          <a:insideH>
            <a:ln w="12700" cap="flat">
              <a:solidFill>
                <a:srgbClr val="D6D7D6"/>
              </a:solidFill>
              <a:prstDash val="solid"/>
              <a:miter lim="400000"/>
            </a:ln>
          </a:insideH>
          <a:insideV>
            <a:ln w="12700" cap="flat">
              <a:solidFill>
                <a:srgbClr val="D6D7D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6">
              <a:hueOff val="-119728"/>
              <a:satOff val="5580"/>
              <a:lumOff val="-12961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650E48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09090"/>
              </a:solidFill>
              <a:prstDash val="solid"/>
              <a:miter lim="400000"/>
            </a:ln>
          </a:left>
          <a:right>
            <a:ln w="12700" cap="flat">
              <a:solidFill>
                <a:srgbClr val="909090"/>
              </a:solidFill>
              <a:prstDash val="solid"/>
              <a:miter lim="400000"/>
            </a:ln>
          </a:right>
          <a:top>
            <a:ln w="12700" cap="flat">
              <a:solidFill>
                <a:srgbClr val="909090"/>
              </a:solidFill>
              <a:prstDash val="solid"/>
              <a:miter lim="400000"/>
            </a:ln>
          </a:top>
          <a:bottom>
            <a:ln w="12700" cap="flat">
              <a:solidFill>
                <a:srgbClr val="909090"/>
              </a:solidFill>
              <a:prstDash val="solid"/>
              <a:miter lim="400000"/>
            </a:ln>
          </a:bottom>
          <a:insideH>
            <a:ln w="12700" cap="flat">
              <a:solidFill>
                <a:srgbClr val="909090"/>
              </a:solidFill>
              <a:prstDash val="solid"/>
              <a:miter lim="400000"/>
            </a:ln>
          </a:insideH>
          <a:insideV>
            <a:ln w="12700" cap="flat">
              <a:solidFill>
                <a:srgbClr val="90909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798089"/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96A0AC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929292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747676">
              <a:alpha val="63790"/>
            </a:srgbClr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25400" cap="flat">
              <a:solidFill>
                <a:srgbClr val="929292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25400" cap="flat">
              <a:solidFill>
                <a:srgbClr val="929292"/>
              </a:solidFill>
              <a:prstDash val="solid"/>
              <a:miter lim="400000"/>
            </a:ln>
          </a:left>
          <a:right>
            <a:ln w="254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25400" cap="flat">
              <a:solidFill>
                <a:srgbClr val="929292"/>
              </a:solidFill>
              <a:prstDash val="solid"/>
              <a:miter lim="400000"/>
            </a:ln>
          </a:bottom>
          <a:insideH>
            <a:ln w="25400" cap="flat">
              <a:solidFill>
                <a:srgbClr val="929292"/>
              </a:solidFill>
              <a:prstDash val="solid"/>
              <a:miter lim="400000"/>
            </a:ln>
          </a:insideH>
          <a:insideV>
            <a:ln w="254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3"/>
    <p:restoredTop sz="94694"/>
  </p:normalViewPr>
  <p:slideViewPr>
    <p:cSldViewPr snapToGrid="0">
      <p:cViewPr varScale="1">
        <p:scale>
          <a:sx n="89" d="100"/>
          <a:sy n="89" d="100"/>
        </p:scale>
        <p:origin x="184" y="1040"/>
      </p:cViewPr>
      <p:guideLst>
        <p:guide orient="horz" pos="240"/>
        <p:guide pos="3840"/>
        <p:guide pos="240"/>
        <p:guide orient="horz" pos="22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commentAuthors" Target="commentAuthors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1pPr>
    <a:lvl2pPr indent="1143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2pPr>
    <a:lvl3pPr indent="2286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3pPr>
    <a:lvl4pPr indent="3429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4pPr>
    <a:lvl5pPr indent="4572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5pPr>
    <a:lvl6pPr indent="5715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6pPr>
    <a:lvl7pPr indent="6858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7pPr>
    <a:lvl8pPr indent="8001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8pPr>
    <a:lvl9pPr indent="914400" defTabSz="228600" latinLnBrk="0">
      <a:lnSpc>
        <a:spcPct val="117999"/>
      </a:lnSpc>
      <a:defRPr sz="11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889000" y="1149350"/>
            <a:ext cx="10414000" cy="23241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889000" y="3536950"/>
            <a:ext cx="10414000" cy="793750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ClrTx/>
              <a:buSzTx/>
              <a:buNone/>
              <a:defRPr sz="2700"/>
            </a:lvl1pPr>
            <a:lvl2pPr marL="0" indent="0" algn="ctr">
              <a:spcBef>
                <a:spcPts val="0"/>
              </a:spcBef>
              <a:buClrTx/>
              <a:buSzTx/>
              <a:buNone/>
              <a:defRPr sz="2400"/>
            </a:lvl2pPr>
            <a:lvl3pPr marL="0" indent="0" algn="ctr">
              <a:spcBef>
                <a:spcPts val="0"/>
              </a:spcBef>
              <a:buClrTx/>
              <a:buSzTx/>
              <a:buNone/>
              <a:defRPr sz="2700"/>
            </a:lvl3pPr>
            <a:lvl4pPr marL="0" indent="0" algn="ctr">
              <a:spcBef>
                <a:spcPts val="0"/>
              </a:spcBef>
              <a:buClrTx/>
              <a:buSzTx/>
              <a:buNone/>
              <a:defRPr sz="2700"/>
            </a:lvl4pPr>
            <a:lvl5pPr marL="0" indent="0" algn="ctr">
              <a:spcBef>
                <a:spcPts val="0"/>
              </a:spcBef>
              <a:buClrTx/>
              <a:buSzTx/>
              <a:buNone/>
              <a:defRPr sz="270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</p:txBody>
      </p:sp>
      <p:sp>
        <p:nvSpPr>
          <p:cNvPr id="13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889000" y="2266950"/>
            <a:ext cx="10414000" cy="23241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</a:lvl1pPr>
            <a:lvl2pPr>
              <a:buClrTx/>
            </a:lvl2pPr>
            <a:lvl3pPr>
              <a:buClrTx/>
            </a:lvl3pPr>
            <a:lvl4pPr>
              <a:buClrTx/>
            </a:lvl4pPr>
            <a:lvl5pPr>
              <a:buClrTx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1_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30FA663-7383-DBEA-0822-E60A81C633F0}"/>
              </a:ext>
            </a:extLst>
          </p:cNvPr>
          <p:cNvSpPr/>
          <p:nvPr userDrawn="1"/>
        </p:nvSpPr>
        <p:spPr>
          <a:xfrm>
            <a:off x="0" y="1394810"/>
            <a:ext cx="12192001" cy="4879047"/>
          </a:xfrm>
          <a:prstGeom prst="rect">
            <a:avLst/>
          </a:prstGeom>
          <a:solidFill>
            <a:schemeClr val="tx1"/>
          </a:solidFill>
          <a:ln w="127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+mn-lt"/>
              <a:ea typeface="+mn-ea"/>
              <a:cs typeface="+mn-cs"/>
              <a:sym typeface="Helvetica Neue Medium"/>
            </a:endParaRPr>
          </a:p>
        </p:txBody>
      </p:sp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anchor="t"/>
          <a:lstStyle>
            <a:lvl1pPr>
              <a:buClrTx/>
              <a:defRPr>
                <a:solidFill>
                  <a:sysClr val="windowText" lastClr="000000"/>
                </a:solidFill>
              </a:defRPr>
            </a:lvl1pPr>
            <a:lvl2pPr>
              <a:buClrTx/>
              <a:defRPr>
                <a:solidFill>
                  <a:sysClr val="windowText" lastClr="000000"/>
                </a:solidFill>
              </a:defRPr>
            </a:lvl2pPr>
            <a:lvl3pPr>
              <a:buClrTx/>
              <a:defRPr>
                <a:solidFill>
                  <a:sysClr val="windowText" lastClr="000000"/>
                </a:solidFill>
              </a:defRPr>
            </a:lvl3pPr>
            <a:lvl4pPr>
              <a:buClrTx/>
              <a:defRPr>
                <a:solidFill>
                  <a:sysClr val="windowText" lastClr="000000"/>
                </a:solidFill>
              </a:defRPr>
            </a:lvl4pPr>
            <a:lvl5pPr>
              <a:buClrTx/>
              <a:defRPr>
                <a:solidFill>
                  <a:sysClr val="windowText" lastClr="000000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7480909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Close-up of a red-eyed tree frog perched on a leaf"/>
          <p:cNvSpPr>
            <a:spLocks noGrp="1"/>
          </p:cNvSpPr>
          <p:nvPr>
            <p:ph type="pic" sz="half" idx="21"/>
          </p:nvPr>
        </p:nvSpPr>
        <p:spPr>
          <a:xfrm>
            <a:off x="4375150" y="1574800"/>
            <a:ext cx="6972300" cy="46482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844550" y="1574800"/>
            <a:ext cx="5111750" cy="4648200"/>
          </a:xfrm>
          <a:prstGeom prst="rect">
            <a:avLst/>
          </a:prstGeom>
        </p:spPr>
        <p:txBody>
          <a:bodyPr/>
          <a:lstStyle>
            <a:lvl1pPr marL="279400" indent="-279400">
              <a:spcBef>
                <a:spcPts val="2250"/>
              </a:spcBef>
              <a:buClrTx/>
              <a:defRPr sz="1900"/>
            </a:lvl1pPr>
            <a:lvl2pPr marL="558800" indent="-279400">
              <a:spcBef>
                <a:spcPts val="2250"/>
              </a:spcBef>
              <a:buClrTx/>
              <a:defRPr sz="1900"/>
            </a:lvl2pPr>
            <a:lvl3pPr marL="838200" indent="-279400">
              <a:spcBef>
                <a:spcPts val="2250"/>
              </a:spcBef>
              <a:buClrTx/>
              <a:defRPr sz="1900"/>
            </a:lvl3pPr>
            <a:lvl4pPr marL="1117600" indent="-279400">
              <a:spcBef>
                <a:spcPts val="2250"/>
              </a:spcBef>
              <a:buClrTx/>
              <a:defRPr sz="1900"/>
            </a:lvl4pPr>
            <a:lvl5pPr marL="1397000" indent="-279400">
              <a:spcBef>
                <a:spcPts val="2250"/>
              </a:spcBef>
              <a:buClrTx/>
              <a:defRPr sz="1900"/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6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 pitchFamily="2" charset="0"/>
              </a:defRPr>
            </a:lvl1pPr>
          </a:lstStyle>
          <a:p>
            <a:r>
              <a:t>Title Text</a:t>
            </a:r>
          </a:p>
        </p:txBody>
      </p:sp>
      <p:sp>
        <p:nvSpPr>
          <p:cNvPr id="58" name="01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7B0412D-4589-E5CB-90F9-44530AD4DCD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87350" y="1509713"/>
            <a:ext cx="11508093" cy="4683125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119237966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7B18-8A5F-B822-D764-6AABBA48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484870"/>
            <a:ext cx="10502900" cy="6037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AEC4-1825-0A29-E8E9-2EBD1391F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39CB5-2C12-3F62-C6D7-6E06D5B52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15902-1B4F-1080-8519-F743FA0C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FB2935F8-297A-F844-8555-D6E4631F7E5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6F134-AA6E-8596-3247-DDDBBB1F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B01C0-E681-E320-C36D-777A2BC4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A6A-5F61-7D45-9E78-D3AD76A392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6815775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Content (horizont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7B7B18-8A5F-B822-D764-6AABBA48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4550" y="484870"/>
            <a:ext cx="10502900" cy="60370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39CB5-2C12-3F62-C6D7-6E06D5B52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15902-1B4F-1080-8519-F743FA0C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FB2935F8-297A-F844-8555-D6E4631F7E5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6F134-AA6E-8596-3247-DDDBBB1F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B01C0-E681-E320-C36D-777A2BC4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A6A-5F61-7D45-9E78-D3AD76A392F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3A376F3-1B98-F35B-3F26-28109F99DD3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1825625"/>
            <a:ext cx="5181600" cy="435133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06442259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AEC4-1825-0A29-E8E9-2EBD1391F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67959"/>
            <a:ext cx="10509251" cy="23896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B39CB5-2C12-3F62-C6D7-6E06D5B52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50900" y="3836989"/>
            <a:ext cx="10496550" cy="233997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15902-1B4F-1080-8519-F743FA0C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FB2935F8-297A-F844-8555-D6E4631F7E5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6F134-AA6E-8596-3247-DDDBBB1F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B01C0-E681-E320-C36D-777A2BC4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A6A-5F61-7D45-9E78-D3AD76A392F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ECDBB8-7786-A968-428A-A6CF13DF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1" y="386899"/>
            <a:ext cx="10496550" cy="6037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91448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Text (vertical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85AEC4-1825-0A29-E8E9-2EBD1391FD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267959"/>
            <a:ext cx="10509251" cy="238964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15902-1B4F-1080-8519-F743FA0C5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fld id="{FB2935F8-297A-F844-8555-D6E4631F7E59}" type="datetimeFigureOut">
              <a:rPr lang="en-US" smtClean="0"/>
              <a:pPr/>
              <a:t>1/30/26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F6F134-AA6E-8596-3247-DDDBBB1FE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marL="0" marR="0" indent="0" algn="l" defTabSz="4572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9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ctr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0" i="0" u="none" strike="noStrike" cap="none" spc="0" normalizeH="0" baseline="0">
                <a:ln>
                  <a:noFill/>
                </a:ln>
                <a:solidFill>
                  <a:schemeClr val="tx1">
                    <a:tint val="82000"/>
                  </a:schemeClr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0" marR="0" indent="0" algn="l" defTabSz="412750" rtl="0" fontAlgn="auto" latinLnBrk="0" hangingPunct="0">
              <a:lnSpc>
                <a:spcPct val="10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EB01C0-E681-E320-C36D-777A2BC4D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3CA6A-5F61-7D45-9E78-D3AD76A392F9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01ECDBB8-7786-A968-428A-A6CF13DF0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901" y="386899"/>
            <a:ext cx="10496550" cy="603701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FF10E8A3-D80D-C29F-CB9D-366775D8850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38200" y="3836988"/>
            <a:ext cx="10496550" cy="2368550"/>
          </a:xfrm>
        </p:spPr>
        <p:txBody>
          <a:bodyPr/>
          <a:lstStyle>
            <a:lvl4pPr>
              <a:buNone/>
              <a:defRPr/>
            </a:lvl4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894351935"/>
      </p:ext>
    </p:extLst>
  </p:cSld>
  <p:clrMapOvr>
    <a:masterClrMapping/>
  </p:clrMapOvr>
  <p:transition spd="med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rgbClr val="00205F"/>
            </a:gs>
            <a:gs pos="7000">
              <a:schemeClr val="bg1"/>
            </a:gs>
          </a:gsLst>
          <a:lin ang="12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386899" y="386899"/>
            <a:ext cx="11512296" cy="60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387391" y="1510234"/>
            <a:ext cx="11512296" cy="4648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50800" tIns="50800" rIns="50800" bIns="50800" anchor="t">
            <a:normAutofit/>
          </a:bodyPr>
          <a:lstStyle/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</p:txBody>
      </p:sp>
      <p:sp>
        <p:nvSpPr>
          <p:cNvPr id="4" name="01"/>
          <p:cNvSpPr txBox="1">
            <a:spLocks noGrp="1"/>
          </p:cNvSpPr>
          <p:nvPr>
            <p:ph type="sldNum" sz="quarter" idx="2"/>
          </p:nvPr>
        </p:nvSpPr>
        <p:spPr>
          <a:xfrm>
            <a:off x="5944548" y="6540500"/>
            <a:ext cx="296556" cy="287258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ctr">
              <a:spcBef>
                <a:spcPts val="0"/>
              </a:spcBef>
              <a:defRPr sz="1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DEBFD5-D320-7EDD-0B4A-A06E38C2C74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 l="4356" t="11145" r="84944" b="51846"/>
          <a:stretch>
            <a:fillRect/>
          </a:stretch>
        </p:blipFill>
        <p:spPr>
          <a:xfrm>
            <a:off x="0" y="6540500"/>
            <a:ext cx="422275" cy="2893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D56D1E-9A96-8A76-600E-5585649ABD52}"/>
              </a:ext>
            </a:extLst>
          </p:cNvPr>
          <p:cNvSpPr txBox="1"/>
          <p:nvPr userDrawn="1"/>
        </p:nvSpPr>
        <p:spPr>
          <a:xfrm>
            <a:off x="11150048" y="0"/>
            <a:ext cx="1041952" cy="25648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l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000" b="0" i="1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"/>
                <a:ea typeface="Helvetica Neue"/>
                <a:cs typeface="Helvetica Neue"/>
                <a:sym typeface="Helvetica Neue"/>
              </a:rPr>
              <a:t>CONFIDENTIAL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64" r:id="rId4"/>
    <p:sldLayoutId id="2147483655" r:id="rId5"/>
    <p:sldLayoutId id="2147483662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med"/>
  <p:txStyles>
    <p:titleStyle>
      <a:lvl1pPr marL="0" marR="0" indent="0" algn="l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000" b="0" i="0" u="none" strike="noStrike" cap="none" spc="0" baseline="0">
          <a:solidFill>
            <a:srgbClr val="FFFFFF"/>
          </a:solidFill>
          <a:uFillTx/>
          <a:latin typeface="Helvetica" pitchFamily="2" charset="0"/>
          <a:ea typeface="+mn-ea"/>
          <a:cs typeface="+mn-cs"/>
          <a:sym typeface="Helvetica Neue Medium"/>
        </a:defRPr>
      </a:lvl1pPr>
      <a:lvl2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2pPr>
      <a:lvl3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3pPr>
      <a:lvl4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4pPr>
      <a:lvl5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5pPr>
      <a:lvl6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6pPr>
      <a:lvl7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7pPr>
      <a:lvl8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8pPr>
      <a:lvl9pPr marL="0" marR="0" indent="0" algn="ctr" defTabSz="41275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600" b="0" i="0" u="none" strike="noStrike" cap="none" spc="0" baseline="0">
          <a:solidFill>
            <a:srgbClr val="FFFFFF"/>
          </a:solidFill>
          <a:uFillTx/>
          <a:latin typeface="+mn-lt"/>
          <a:ea typeface="+mn-ea"/>
          <a:cs typeface="+mn-cs"/>
          <a:sym typeface="Helvetica Neue Medium"/>
        </a:defRPr>
      </a:lvl9pPr>
    </p:titleStyle>
    <p:bodyStyle>
      <a:lvl1pPr marL="317500" marR="0" indent="-317500" algn="l" defTabSz="412750" rtl="0" latinLnBrk="0">
        <a:lnSpc>
          <a:spcPct val="100000"/>
        </a:lnSpc>
        <a:spcBef>
          <a:spcPts val="12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635000" marR="0" indent="-317500" algn="l" defTabSz="412750" rtl="0" latinLnBrk="0">
        <a:lnSpc>
          <a:spcPct val="100000"/>
        </a:lnSpc>
        <a:spcBef>
          <a:spcPts val="12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8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952500" marR="0" indent="-317500" algn="l" defTabSz="412750" rtl="0" latinLnBrk="0">
        <a:lnSpc>
          <a:spcPct val="100000"/>
        </a:lnSpc>
        <a:spcBef>
          <a:spcPts val="12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5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1270000" marR="0" indent="-317500" algn="l" defTabSz="412750" rtl="0" latinLnBrk="0">
        <a:lnSpc>
          <a:spcPct val="100000"/>
        </a:lnSpc>
        <a:spcBef>
          <a:spcPts val="12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2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1587500" marR="0" indent="-317500" algn="l" defTabSz="412750" rtl="0" latinLnBrk="0">
        <a:lnSpc>
          <a:spcPct val="100000"/>
        </a:lnSpc>
        <a:spcBef>
          <a:spcPts val="120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10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1905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2222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25400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2857500" marR="0" indent="-317500" algn="l" defTabSz="412750" rtl="0" latinLnBrk="0">
        <a:lnSpc>
          <a:spcPct val="100000"/>
        </a:lnSpc>
        <a:spcBef>
          <a:spcPts val="2950"/>
        </a:spcBef>
        <a:spcAft>
          <a:spcPts val="0"/>
        </a:spcAft>
        <a:buClr>
          <a:srgbClr val="FFFFFF"/>
        </a:buClr>
        <a:buSzPct val="125000"/>
        <a:buFontTx/>
        <a:buChar char="•"/>
        <a:tabLst/>
        <a:defRPr sz="2400" b="0" i="0" u="none" strike="noStrike" cap="none" spc="0" baseline="0">
          <a:solidFill>
            <a:srgbClr val="FFFFFF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1143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2286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3429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4572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5715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6858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8001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914400" algn="ctr" defTabSz="41275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40" userDrawn="1">
          <p15:clr>
            <a:srgbClr val="F26B43"/>
          </p15:clr>
        </p15:guide>
        <p15:guide id="4" orient="horz" pos="22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968975" y="3465085"/>
            <a:ext cx="10111154" cy="14557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50">
                <a:latin typeface="Helvetica"/>
              </a:rPr>
              <a:t>We are building a future where biology is no longer destiny, but design.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Example Title Slide - Top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>
            <a:p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Example Title Slide - Center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t>Example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t>Example Body Level 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21" sz="half"/>
          </p:nvPr>
        </p:nvSpPr>
        <p:spPr/>
        <p:txBody>
          <a:bodyPr/>
          <a:p>
            <a:pPr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114464" y="3095576"/>
            <a:ext cx="3963073" cy="66684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/>
              <a:t>THANK YOU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" sz="quarter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6361" y="3195603"/>
            <a:ext cx="10979279" cy="46679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/>
              <a:t>Appendix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Black">
  <a:themeElements>
    <a:clrScheme name="Black">
      <a:dk1>
        <a:srgbClr val="000000"/>
      </a:dk1>
      <a:lt1>
        <a:srgbClr val="FFFFFF"/>
      </a:lt1>
      <a:dk2>
        <a:srgbClr val="434343"/>
      </a:dk2>
      <a:lt2>
        <a:srgbClr val="A9A9A9"/>
      </a:lt2>
      <a:accent1>
        <a:srgbClr val="0076BA"/>
      </a:accent1>
      <a:accent2>
        <a:srgbClr val="00A89D"/>
      </a:accent2>
      <a:accent3>
        <a:srgbClr val="1DB100"/>
      </a:accent3>
      <a:accent4>
        <a:srgbClr val="F8BA00"/>
      </a:accent4>
      <a:accent5>
        <a:srgbClr val="EE220C"/>
      </a:accent5>
      <a:accent6>
        <a:srgbClr val="CB297B"/>
      </a:accent6>
      <a:hlink>
        <a:srgbClr val="0000FF"/>
      </a:hlink>
      <a:folHlink>
        <a:srgbClr val="FF00FF"/>
      </a:folHlink>
    </a:clrScheme>
    <a:fontScheme name="Black">
      <a:majorFont>
        <a:latin typeface="Helvetica Neue Medium"/>
        <a:ea typeface="Helvetica Neue Medium"/>
        <a:cs typeface="Helvetica Neue Medium"/>
      </a:majorFont>
      <a:minorFont>
        <a:latin typeface="Helvetica Neue Medium"/>
        <a:ea typeface="Helvetica Neue Medium"/>
        <a:cs typeface="Helvetica Neue Medium"/>
      </a:minorFont>
    </a:fontScheme>
    <a:fmtScheme name="Bla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lumOff val="13529"/>
          </a:schemeClr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FFFFFF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825500" rtl="0" fontAlgn="auto" latinLnBrk="0" hangingPunct="0">
          <a:lnSpc>
            <a:spcPct val="100000"/>
          </a:lnSpc>
          <a:spcBef>
            <a:spcPts val="59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aa02956-e5b0-401a-adb6-d3ab856a8db1">
      <Terms xmlns="http://schemas.microsoft.com/office/infopath/2007/PartnerControls"/>
    </lcf76f155ced4ddcb4097134ff3c332f>
    <TaxCatchAll xmlns="758526ea-ff42-49f4-966e-8b92dfb8c37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D000A7A8EA4549909635EE44265AE2" ma:contentTypeVersion="13" ma:contentTypeDescription="Create a new document." ma:contentTypeScope="" ma:versionID="3e99c277a4cff653c7ca801b490509d6">
  <xsd:schema xmlns:xsd="http://www.w3.org/2001/XMLSchema" xmlns:xs="http://www.w3.org/2001/XMLSchema" xmlns:p="http://schemas.microsoft.com/office/2006/metadata/properties" xmlns:ns2="baa02956-e5b0-401a-adb6-d3ab856a8db1" xmlns:ns3="758526ea-ff42-49f4-966e-8b92dfb8c37c" targetNamespace="http://schemas.microsoft.com/office/2006/metadata/properties" ma:root="true" ma:fieldsID="f8980faefb1a78813b0f4bf74c4510fe" ns2:_="" ns3:_="">
    <xsd:import namespace="baa02956-e5b0-401a-adb6-d3ab856a8db1"/>
    <xsd:import namespace="758526ea-ff42-49f4-966e-8b92dfb8c37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aa02956-e5b0-401a-adb6-d3ab856a8d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c1fcaec3-bbe8-47cb-8230-d56e5e00eeb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8526ea-ff42-49f4-966e-8b92dfb8c37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8dab7eb4-bfd3-4979-82d9-0ddc6ac1411b}" ma:internalName="TaxCatchAll" ma:showField="CatchAllData" ma:web="758526ea-ff42-49f4-966e-8b92dfb8c37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517E194-3F2D-4BC4-9EAF-A0569BAF4335}">
  <ds:schemaRefs>
    <ds:schemaRef ds:uri="http://purl.org/dc/dcmitype/"/>
    <ds:schemaRef ds:uri="758526ea-ff42-49f4-966e-8b92dfb8c37c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baa02956-e5b0-401a-adb6-d3ab856a8db1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16B4051-D07F-4901-8E6D-4A27061674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aa02956-e5b0-401a-adb6-d3ab856a8db1"/>
    <ds:schemaRef ds:uri="758526ea-ff42-49f4-966e-8b92dfb8c37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04B941D-E84F-47C8-84C7-8C66135B4CA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</Words>
  <Application>Microsoft Macintosh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Helvetica</vt:lpstr>
      <vt:lpstr>Helvetica Neue</vt:lpstr>
      <vt:lpstr>Helvetica Neue Light</vt:lpstr>
      <vt:lpstr>Black</vt:lpstr>
      <vt:lpstr>Title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 weinreb</dc:creator>
  <cp:lastModifiedBy>changhee@somite.ai</cp:lastModifiedBy>
  <cp:revision>7</cp:revision>
  <dcterms:modified xsi:type="dcterms:W3CDTF">2026-01-30T18:02:22Z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0x010100C8D000A7A8EA4549909635EE44265AE2</vt:lpwstr>
  </property>
  <property fmtid="{D5CDD505-2E9C-101B-9397-08002B2CF9AE}" pid="3" name="MediaServiceImageTags">
    <vt:lpwstr/>
  </property>
</Properties>
</file>