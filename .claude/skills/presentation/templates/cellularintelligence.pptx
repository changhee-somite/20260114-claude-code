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ha Breakstone" initials="M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F5B"/>
    <a:srgbClr val="001133"/>
    <a:srgbClr val="000308"/>
    <a:srgbClr val="001A4D"/>
    <a:srgbClr val="00205F"/>
    <a:srgbClr val="16E7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6D6"/>
              </a:solidFill>
              <a:prstDash val="solid"/>
              <a:miter lim="400000"/>
            </a:ln>
          </a:left>
          <a:right>
            <a:ln w="254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254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6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6D6"/>
              </a:solidFill>
              <a:prstDash val="solid"/>
              <a:miter lim="400000"/>
            </a:ln>
          </a:top>
          <a:bottom>
            <a:ln w="254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solidFill>
                <a:srgbClr val="929292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84E00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AAAAA"/>
              </a:solidFill>
              <a:prstDash val="solid"/>
              <a:miter lim="400000"/>
            </a:ln>
          </a:left>
          <a:right>
            <a:ln w="12700" cap="flat">
              <a:solidFill>
                <a:srgbClr val="AAAAAA"/>
              </a:solidFill>
              <a:prstDash val="solid"/>
              <a:miter lim="400000"/>
            </a:ln>
          </a:right>
          <a:top>
            <a:ln w="12700" cap="flat">
              <a:solidFill>
                <a:srgbClr val="AAAAAA"/>
              </a:solidFill>
              <a:prstDash val="solid"/>
              <a:miter lim="400000"/>
            </a:ln>
          </a:top>
          <a:bottom>
            <a:ln w="12700" cap="flat">
              <a:solidFill>
                <a:srgbClr val="AAAAAA"/>
              </a:solidFill>
              <a:prstDash val="solid"/>
              <a:miter lim="400000"/>
            </a:ln>
          </a:bottom>
          <a:insideH>
            <a:ln w="12700" cap="flat">
              <a:solidFill>
                <a:srgbClr val="AAAAAA"/>
              </a:solidFill>
              <a:prstDash val="solid"/>
              <a:miter lim="400000"/>
            </a:ln>
          </a:insideH>
          <a:insideV>
            <a:ln w="12700" cap="flat">
              <a:solidFill>
                <a:srgbClr val="AAAAAA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-119728"/>
              <a:satOff val="5580"/>
              <a:lumOff val="-12961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09090"/>
              </a:solidFill>
              <a:prstDash val="solid"/>
              <a:miter lim="400000"/>
            </a:ln>
          </a:left>
          <a:right>
            <a:ln w="12700" cap="flat">
              <a:solidFill>
                <a:srgbClr val="909090"/>
              </a:solidFill>
              <a:prstDash val="solid"/>
              <a:miter lim="400000"/>
            </a:ln>
          </a:right>
          <a:top>
            <a:ln w="12700" cap="flat">
              <a:solidFill>
                <a:srgbClr val="909090"/>
              </a:solidFill>
              <a:prstDash val="solid"/>
              <a:miter lim="400000"/>
            </a:ln>
          </a:top>
          <a:bottom>
            <a:ln w="12700" cap="flat">
              <a:solidFill>
                <a:srgbClr val="909090"/>
              </a:solidFill>
              <a:prstDash val="solid"/>
              <a:miter lim="400000"/>
            </a:ln>
          </a:bottom>
          <a:insideH>
            <a:ln w="12700" cap="flat">
              <a:solidFill>
                <a:srgbClr val="909090"/>
              </a:solidFill>
              <a:prstDash val="solid"/>
              <a:miter lim="400000"/>
            </a:ln>
          </a:insideH>
          <a:insideV>
            <a:ln w="12700" cap="flat">
              <a:solidFill>
                <a:srgbClr val="90909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98089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46"/>
    <p:restoredTop sz="94694"/>
  </p:normalViewPr>
  <p:slideViewPr>
    <p:cSldViewPr snapToGrid="0">
      <p:cViewPr varScale="1">
        <p:scale>
          <a:sx n="111" d="100"/>
          <a:sy n="111" d="100"/>
        </p:scale>
        <p:origin x="224" y="416"/>
      </p:cViewPr>
      <p:guideLst>
        <p:guide orient="horz" pos="240"/>
        <p:guide pos="3840"/>
        <p:guide pos="240"/>
        <p:guide orient="horz" pos="22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8C4DA5-1F50-07BA-61AB-EC375CAA0C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081F7-2215-2CF4-28B4-9CECFC4AAFF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602C26-7A89-43ED-8411-2303B4D08797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E85004-CDBA-4130-C170-DD80721372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524A8-90CF-47B3-629C-01F2E5D97E6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CA07C-3E08-48E7-B2B3-670A1D7D82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89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1pPr>
    <a:lvl2pPr indent="1143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2pPr>
    <a:lvl3pPr indent="2286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3pPr>
    <a:lvl4pPr indent="3429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4pPr>
    <a:lvl5pPr indent="4572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5pPr>
    <a:lvl6pPr indent="5715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6pPr>
    <a:lvl7pPr indent="6858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7pPr>
    <a:lvl8pPr indent="8001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8pPr>
    <a:lvl9pPr indent="9144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9000" y="4092121"/>
            <a:ext cx="10414000" cy="1440578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None/>
              <a:defRPr sz="2700"/>
            </a:lvl1pPr>
            <a:lvl2pPr marL="0" indent="0" algn="ctr">
              <a:spcBef>
                <a:spcPts val="0"/>
              </a:spcBef>
              <a:buClrTx/>
              <a:buSzTx/>
              <a:buNone/>
              <a:defRPr sz="2700"/>
            </a:lvl2pPr>
            <a:lvl3pPr marL="0" indent="0" algn="ctr">
              <a:spcBef>
                <a:spcPts val="0"/>
              </a:spcBef>
              <a:buClrTx/>
              <a:buSzTx/>
              <a:buNone/>
              <a:defRPr sz="2700"/>
            </a:lvl3pPr>
            <a:lvl4pPr marL="0" indent="0" algn="ctr">
              <a:spcBef>
                <a:spcPts val="0"/>
              </a:spcBef>
              <a:buClrTx/>
              <a:buSzTx/>
              <a:buNone/>
              <a:defRPr sz="2700"/>
            </a:lvl4pPr>
            <a:lvl5pPr marL="0" indent="0" algn="ctr">
              <a:spcBef>
                <a:spcPts val="0"/>
              </a:spcBef>
              <a:buClrTx/>
              <a:buSzTx/>
              <a:buNone/>
              <a:defRPr sz="2700"/>
            </a:lvl5pPr>
          </a:lstStyle>
          <a:p>
            <a:r>
              <a:rPr dirty="0"/>
              <a:t>Body Level One</a:t>
            </a:r>
          </a:p>
        </p:txBody>
      </p:sp>
      <p:sp>
        <p:nvSpPr>
          <p:cNvPr id="1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659FC22-3F39-2F95-295D-0587C933D0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45"/>
          <a:stretch>
            <a:fillRect/>
          </a:stretch>
        </p:blipFill>
        <p:spPr>
          <a:xfrm>
            <a:off x="6140699" y="5625296"/>
            <a:ext cx="6051302" cy="1204579"/>
          </a:xfrm>
          <a:prstGeom prst="rect">
            <a:avLst/>
          </a:prstGeom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</a:lvl1pPr>
            <a:lvl2pPr>
              <a:buClrTx/>
            </a:lvl2pPr>
            <a:lvl3pPr>
              <a:buClrTx/>
            </a:lvl3pPr>
            <a:lvl4pPr>
              <a:buClrTx/>
            </a:lvl4pPr>
            <a:lvl5pPr>
              <a:buClrTx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B0412D-4589-E5CB-90F9-44530AD4DC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350" y="1509713"/>
            <a:ext cx="11508093" cy="46831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19237966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7B18-8A5F-B822-D764-6AABBA48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550" y="484870"/>
            <a:ext cx="10502900" cy="6037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815775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7B18-8A5F-B822-D764-6AABBA48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550" y="484870"/>
            <a:ext cx="10502900" cy="6037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A376F3-1B98-F35B-3F26-28109F99DD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825625"/>
            <a:ext cx="5181600" cy="43513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06442259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267959"/>
            <a:ext cx="10509251" cy="238964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900" y="3836989"/>
            <a:ext cx="10496550" cy="233997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ECDBB8-7786-A968-428A-A6CF13DF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1" y="386899"/>
            <a:ext cx="10496550" cy="6037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8191448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267959"/>
            <a:ext cx="10509251" cy="238964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ECDBB8-7786-A968-428A-A6CF13DF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1" y="386899"/>
            <a:ext cx="10496550" cy="6037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F10E8A3-D80D-C29F-CB9D-366775D885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3836988"/>
            <a:ext cx="10496550" cy="2368550"/>
          </a:xfrm>
        </p:spPr>
        <p:txBody>
          <a:bodyPr/>
          <a:lstStyle>
            <a:lvl4pPr>
              <a:buNone/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435193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00205F"/>
            </a:gs>
            <a:gs pos="7000">
              <a:schemeClr val="bg1"/>
            </a:gs>
          </a:gsLst>
          <a:lin ang="1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87144" y="386899"/>
            <a:ext cx="11508299" cy="60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87145" y="1510234"/>
            <a:ext cx="11508298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11895444" y="6542617"/>
            <a:ext cx="296556" cy="2872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2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C0A49765-7C13-4464-8753-5BEDD4AF8F1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DA81DF-5627-809F-F7C0-20F4F8BD82D8}"/>
              </a:ext>
            </a:extLst>
          </p:cNvPr>
          <p:cNvSpPr txBox="1"/>
          <p:nvPr userDrawn="1"/>
        </p:nvSpPr>
        <p:spPr>
          <a:xfrm>
            <a:off x="11150048" y="0"/>
            <a:ext cx="1041952" cy="2564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1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CONFIDENTIAL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CA1D80-2B1F-14C2-193E-5A3CEC80E93B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l="4356" t="11145" r="84944" b="51846"/>
          <a:stretch>
            <a:fillRect/>
          </a:stretch>
        </p:blipFill>
        <p:spPr>
          <a:xfrm>
            <a:off x="0" y="6540500"/>
            <a:ext cx="422275" cy="289375"/>
          </a:xfrm>
          <a:prstGeom prst="rect">
            <a:avLst/>
          </a:prstGeom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71" r:id="rId3"/>
    <p:sldLayoutId id="2147483667" r:id="rId4"/>
    <p:sldLayoutId id="2147483669" r:id="rId5"/>
    <p:sldLayoutId id="2147483668" r:id="rId6"/>
    <p:sldLayoutId id="2147483670" r:id="rId7"/>
  </p:sldLayoutIdLst>
  <p:transition spd="med"/>
  <p:hf hdr="0" ftr="0" dt="0"/>
  <p:txStyles>
    <p:titleStyle>
      <a:lvl1pPr marL="0" marR="0" indent="0" algn="l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FFFFFF"/>
          </a:solidFill>
          <a:uFillTx/>
          <a:latin typeface="Helvetica" pitchFamily="2" charset="0"/>
          <a:ea typeface="+mn-ea"/>
          <a:cs typeface="+mn-cs"/>
          <a:sym typeface="Helvetica Neue Medium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3175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6350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8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9525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5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27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2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158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0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190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4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1143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2286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3429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4572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5715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6858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8001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9144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40" userDrawn="1">
          <p15:clr>
            <a:srgbClr val="F26B43"/>
          </p15:clr>
        </p15:guide>
        <p15:guide id="4" orient="horz" pos="22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FB57271-B41E-EE58-DF2F-ADC256969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840AFF-C6E2-7313-8462-0857C4F7DACD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2B374-224D-AE4E-C1B1-18245BEE294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7549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D000A7A8EA4549909635EE44265AE2" ma:contentTypeVersion="12" ma:contentTypeDescription="Create a new document." ma:contentTypeScope="" ma:versionID="7f357fbe57b84af1bdddcd22c912bac7">
  <xsd:schema xmlns:xsd="http://www.w3.org/2001/XMLSchema" xmlns:xs="http://www.w3.org/2001/XMLSchema" xmlns:p="http://schemas.microsoft.com/office/2006/metadata/properties" xmlns:ns2="baa02956-e5b0-401a-adb6-d3ab856a8db1" xmlns:ns3="758526ea-ff42-49f4-966e-8b92dfb8c37c" targetNamespace="http://schemas.microsoft.com/office/2006/metadata/properties" ma:root="true" ma:fieldsID="f01aca49933565aaf8490f47588de525" ns2:_="" ns3:_="">
    <xsd:import namespace="baa02956-e5b0-401a-adb6-d3ab856a8db1"/>
    <xsd:import namespace="758526ea-ff42-49f4-966e-8b92dfb8c3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a02956-e5b0-401a-adb6-d3ab856a8d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1fcaec3-bbe8-47cb-8230-d56e5e00ee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8526ea-ff42-49f4-966e-8b92dfb8c37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dab7eb4-bfd3-4979-82d9-0ddc6ac1411b}" ma:internalName="TaxCatchAll" ma:showField="CatchAllData" ma:web="758526ea-ff42-49f4-966e-8b92dfb8c3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a02956-e5b0-401a-adb6-d3ab856a8db1">
      <Terms xmlns="http://schemas.microsoft.com/office/infopath/2007/PartnerControls"/>
    </lcf76f155ced4ddcb4097134ff3c332f>
    <TaxCatchAll xmlns="758526ea-ff42-49f4-966e-8b92dfb8c37c" xsi:nil="true"/>
  </documentManagement>
</p:properties>
</file>

<file path=customXml/itemProps1.xml><?xml version="1.0" encoding="utf-8"?>
<ds:datastoreItem xmlns:ds="http://schemas.openxmlformats.org/officeDocument/2006/customXml" ds:itemID="{0A62184A-FEE7-42AA-86BE-4760650221E9}">
  <ds:schemaRefs>
    <ds:schemaRef ds:uri="758526ea-ff42-49f4-966e-8b92dfb8c37c"/>
    <ds:schemaRef ds:uri="baa02956-e5b0-401a-adb6-d3ab856a8d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04B941D-E84F-47C8-84C7-8C66135B4C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17E194-3F2D-4BC4-9EAF-A0569BAF4335}">
  <ds:schemaRefs>
    <ds:schemaRef ds:uri="baa02956-e5b0-401a-adb6-d3ab856a8db1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758526ea-ff42-49f4-966e-8b92dfb8c37c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1120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Helvetica</vt:lpstr>
      <vt:lpstr>Helvetica Neue</vt:lpstr>
      <vt:lpstr>Helvetica Neue Light</vt:lpstr>
      <vt:lpstr>Black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leon weinreb</dc:creator>
  <cp:lastModifiedBy>changhee@somite.ai</cp:lastModifiedBy>
  <cp:revision>25</cp:revision>
  <dcterms:modified xsi:type="dcterms:W3CDTF">2026-01-30T04:24:48Z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0x010100C8D000A7A8EA4549909635EE44265AE2</vt:lpwstr>
  </property>
  <property fmtid="{D5CDD505-2E9C-101B-9397-08002B2CF9AE}" pid="3" name="MediaServiceImageTags">
    <vt:lpwstr/>
  </property>
</Properties>
</file>